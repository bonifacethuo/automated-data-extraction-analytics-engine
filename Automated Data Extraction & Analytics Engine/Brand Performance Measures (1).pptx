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672" r:id="rId5"/>
    <p:sldMasterId id="2147483670" r:id="rId6"/>
    <p:sldMasterId id="2147483687" r:id="rId7"/>
  </p:sldMasterIdLst>
  <p:notesMasterIdLst>
    <p:notesMasterId r:id="rId18"/>
  </p:notesMasterIdLst>
  <p:handoutMasterIdLst>
    <p:handoutMasterId r:id="rId19"/>
  </p:handoutMasterIdLst>
  <p:sldIdLst>
    <p:sldId id="320" r:id="rId8"/>
    <p:sldId id="340" r:id="rId9"/>
    <p:sldId id="336" r:id="rId10"/>
    <p:sldId id="354" r:id="rId11"/>
    <p:sldId id="358" r:id="rId12"/>
    <p:sldId id="359" r:id="rId13"/>
    <p:sldId id="360" r:id="rId14"/>
    <p:sldId id="361" r:id="rId15"/>
    <p:sldId id="362" r:id="rId16"/>
    <p:sldId id="343" r:id="rId17"/>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charset="0"/>
        <a:ea typeface="+mn-ea"/>
        <a:cs typeface="Arial" charset="0"/>
      </a:defRPr>
    </a:lvl1pPr>
    <a:lvl2pPr marL="457200" algn="l" rtl="0" eaLnBrk="0" fontAlgn="base" hangingPunct="0">
      <a:spcBef>
        <a:spcPct val="0"/>
      </a:spcBef>
      <a:spcAft>
        <a:spcPct val="0"/>
      </a:spcAft>
      <a:defRPr sz="2400" kern="1200">
        <a:solidFill>
          <a:schemeClr val="tx1"/>
        </a:solidFill>
        <a:latin typeface="Arial" charset="0"/>
        <a:ea typeface="+mn-ea"/>
        <a:cs typeface="Arial" charset="0"/>
      </a:defRPr>
    </a:lvl2pPr>
    <a:lvl3pPr marL="914400" algn="l" rtl="0" eaLnBrk="0" fontAlgn="base" hangingPunct="0">
      <a:spcBef>
        <a:spcPct val="0"/>
      </a:spcBef>
      <a:spcAft>
        <a:spcPct val="0"/>
      </a:spcAft>
      <a:defRPr sz="2400" kern="1200">
        <a:solidFill>
          <a:schemeClr val="tx1"/>
        </a:solidFill>
        <a:latin typeface="Arial" charset="0"/>
        <a:ea typeface="+mn-ea"/>
        <a:cs typeface="Arial" charset="0"/>
      </a:defRPr>
    </a:lvl3pPr>
    <a:lvl4pPr marL="1371600" algn="l" rtl="0" eaLnBrk="0" fontAlgn="base" hangingPunct="0">
      <a:spcBef>
        <a:spcPct val="0"/>
      </a:spcBef>
      <a:spcAft>
        <a:spcPct val="0"/>
      </a:spcAft>
      <a:defRPr sz="2400" kern="1200">
        <a:solidFill>
          <a:schemeClr val="tx1"/>
        </a:solidFill>
        <a:latin typeface="Arial" charset="0"/>
        <a:ea typeface="+mn-ea"/>
        <a:cs typeface="Arial" charset="0"/>
      </a:defRPr>
    </a:lvl4pPr>
    <a:lvl5pPr marL="1828800" algn="l" rtl="0" eaLnBrk="0" fontAlgn="base" hangingPunct="0">
      <a:spcBef>
        <a:spcPct val="0"/>
      </a:spcBef>
      <a:spcAft>
        <a:spcPct val="0"/>
      </a:spcAft>
      <a:defRPr sz="2400" kern="1200">
        <a:solidFill>
          <a:schemeClr val="tx1"/>
        </a:solidFill>
        <a:latin typeface="Arial" charset="0"/>
        <a:ea typeface="+mn-ea"/>
        <a:cs typeface="Arial" charset="0"/>
      </a:defRPr>
    </a:lvl5pPr>
    <a:lvl6pPr marL="2286000" algn="l" defTabSz="914400" rtl="0" eaLnBrk="1" latinLnBrk="0" hangingPunct="1">
      <a:defRPr sz="2400" kern="1200">
        <a:solidFill>
          <a:schemeClr val="tx1"/>
        </a:solidFill>
        <a:latin typeface="Arial" charset="0"/>
        <a:ea typeface="+mn-ea"/>
        <a:cs typeface="Arial" charset="0"/>
      </a:defRPr>
    </a:lvl6pPr>
    <a:lvl7pPr marL="2743200" algn="l" defTabSz="914400" rtl="0" eaLnBrk="1" latinLnBrk="0" hangingPunct="1">
      <a:defRPr sz="2400" kern="1200">
        <a:solidFill>
          <a:schemeClr val="tx1"/>
        </a:solidFill>
        <a:latin typeface="Arial" charset="0"/>
        <a:ea typeface="+mn-ea"/>
        <a:cs typeface="Arial" charset="0"/>
      </a:defRPr>
    </a:lvl7pPr>
    <a:lvl8pPr marL="3200400" algn="l" defTabSz="914400" rtl="0" eaLnBrk="1" latinLnBrk="0" hangingPunct="1">
      <a:defRPr sz="2400" kern="1200">
        <a:solidFill>
          <a:schemeClr val="tx1"/>
        </a:solidFill>
        <a:latin typeface="Arial" charset="0"/>
        <a:ea typeface="+mn-ea"/>
        <a:cs typeface="Arial" charset="0"/>
      </a:defRPr>
    </a:lvl8pPr>
    <a:lvl9pPr marL="3657600" algn="l" defTabSz="914400" rtl="0" eaLnBrk="1" latinLnBrk="0" hangingPunct="1">
      <a:defRPr sz="24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9924A23-37F6-1506-49F3-A8ADD3953ECF}" name="Jessica Gallagher" initials="JG" userId="S::jessica.gallagher_adelaide.edu.au#ext#@mymailunisaedu.onmicrosoft.com::0e0164fd-5113-4501-aa5b-37c62c7611fd"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0F50"/>
    <a:srgbClr val="E0CC94"/>
    <a:srgbClr val="1448FF"/>
    <a:srgbClr val="345263"/>
    <a:srgbClr val="EFF0F0"/>
    <a:srgbClr val="70B6AD"/>
    <a:srgbClr val="28404F"/>
    <a:srgbClr val="4F81B5"/>
    <a:srgbClr val="71848F"/>
    <a:srgbClr val="054A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73946" autoAdjust="0"/>
  </p:normalViewPr>
  <p:slideViewPr>
    <p:cSldViewPr snapToGrid="0" snapToObjects="1">
      <p:cViewPr varScale="1">
        <p:scale>
          <a:sx n="124" d="100"/>
          <a:sy n="124" d="100"/>
        </p:scale>
        <p:origin x="2480" y="16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4" d="100"/>
          <a:sy n="94" d="100"/>
        </p:scale>
        <p:origin x="2832"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072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072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072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5FF6F4C1-4114-4918-8993-473D0CD5DCE6}" type="slidenum">
              <a:rPr lang="en-US"/>
              <a:pPr>
                <a:defRPr/>
              </a:pPr>
              <a:t>‹#›</a:t>
            </a:fld>
            <a:endParaRPr lang="en-US"/>
          </a:p>
        </p:txBody>
      </p:sp>
    </p:spTree>
    <p:extLst>
      <p:ext uri="{BB962C8B-B14F-4D97-AF65-F5344CB8AC3E}">
        <p14:creationId xmlns:p14="http://schemas.microsoft.com/office/powerpoint/2010/main" val="7199173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048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506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2048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48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048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1EDB437F-59FE-4A6C-A802-8DC82142699A}" type="slidenum">
              <a:rPr lang="en-US"/>
              <a:pPr>
                <a:defRPr/>
              </a:pPr>
              <a:t>‹#›</a:t>
            </a:fld>
            <a:endParaRPr lang="en-US"/>
          </a:p>
        </p:txBody>
      </p:sp>
    </p:spTree>
    <p:extLst>
      <p:ext uri="{BB962C8B-B14F-4D97-AF65-F5344CB8AC3E}">
        <p14:creationId xmlns:p14="http://schemas.microsoft.com/office/powerpoint/2010/main" val="35229435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a:defRPr/>
            </a:pPr>
            <a:fld id="{1EDB437F-59FE-4A6C-A802-8DC82142699A}" type="slidenum">
              <a:rPr lang="en-US" smtClean="0"/>
              <a:pPr>
                <a:defRPr/>
              </a:pPr>
              <a:t>3</a:t>
            </a:fld>
            <a:endParaRPr lang="en-US"/>
          </a:p>
        </p:txBody>
      </p:sp>
    </p:spTree>
    <p:extLst>
      <p:ext uri="{BB962C8B-B14F-4D97-AF65-F5344CB8AC3E}">
        <p14:creationId xmlns:p14="http://schemas.microsoft.com/office/powerpoint/2010/main" val="2779383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EDB437F-59FE-4A6C-A802-8DC82142699A}" type="slidenum">
              <a:rPr lang="en-US" smtClean="0"/>
              <a:pPr>
                <a:defRPr/>
              </a:pPr>
              <a:t>4</a:t>
            </a:fld>
            <a:endParaRPr lang="en-US"/>
          </a:p>
        </p:txBody>
      </p:sp>
    </p:spTree>
    <p:extLst>
      <p:ext uri="{BB962C8B-B14F-4D97-AF65-F5344CB8AC3E}">
        <p14:creationId xmlns:p14="http://schemas.microsoft.com/office/powerpoint/2010/main" val="3673833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F544B-C987-B97E-FF84-C729E007F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3125D2-79CA-B6AB-84A4-E6AF8B32C8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0560F2-A4EC-C16D-D543-0B50B7D110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831C59-A009-9815-7D83-DDDB166C85D2}"/>
              </a:ext>
            </a:extLst>
          </p:cNvPr>
          <p:cNvSpPr>
            <a:spLocks noGrp="1"/>
          </p:cNvSpPr>
          <p:nvPr>
            <p:ph type="sldNum" sz="quarter" idx="5"/>
          </p:nvPr>
        </p:nvSpPr>
        <p:spPr/>
        <p:txBody>
          <a:bodyPr/>
          <a:lstStyle/>
          <a:p>
            <a:pPr>
              <a:defRPr/>
            </a:pPr>
            <a:fld id="{1EDB437F-59FE-4A6C-A802-8DC82142699A}" type="slidenum">
              <a:rPr lang="en-US" smtClean="0"/>
              <a:pPr>
                <a:defRPr/>
              </a:pPr>
              <a:t>5</a:t>
            </a:fld>
            <a:endParaRPr lang="en-US"/>
          </a:p>
        </p:txBody>
      </p:sp>
    </p:spTree>
    <p:extLst>
      <p:ext uri="{BB962C8B-B14F-4D97-AF65-F5344CB8AC3E}">
        <p14:creationId xmlns:p14="http://schemas.microsoft.com/office/powerpoint/2010/main" val="818700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85547-41B1-C651-C11C-8902A9BD59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39A3E-00A4-06CE-1F60-CBF9BA314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50BB5F-8D21-144E-6639-FCC3D69A52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DB322A-1429-5F5B-D1FC-29456310F657}"/>
              </a:ext>
            </a:extLst>
          </p:cNvPr>
          <p:cNvSpPr>
            <a:spLocks noGrp="1"/>
          </p:cNvSpPr>
          <p:nvPr>
            <p:ph type="sldNum" sz="quarter" idx="5"/>
          </p:nvPr>
        </p:nvSpPr>
        <p:spPr/>
        <p:txBody>
          <a:bodyPr/>
          <a:lstStyle/>
          <a:p>
            <a:pPr>
              <a:defRPr/>
            </a:pPr>
            <a:fld id="{1EDB437F-59FE-4A6C-A802-8DC82142699A}" type="slidenum">
              <a:rPr lang="en-US" smtClean="0"/>
              <a:pPr>
                <a:defRPr/>
              </a:pPr>
              <a:t>6</a:t>
            </a:fld>
            <a:endParaRPr lang="en-US"/>
          </a:p>
        </p:txBody>
      </p:sp>
    </p:spTree>
    <p:extLst>
      <p:ext uri="{BB962C8B-B14F-4D97-AF65-F5344CB8AC3E}">
        <p14:creationId xmlns:p14="http://schemas.microsoft.com/office/powerpoint/2010/main" val="2745782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60CC6-BD26-D6A5-5935-23ADB1C5EB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47FC6-A939-69C9-CDBC-7750BBCAAF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28F79-9226-F19C-00BB-1409D0A39A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A7340A-74ED-38D0-4A53-6E4D0F586329}"/>
              </a:ext>
            </a:extLst>
          </p:cNvPr>
          <p:cNvSpPr>
            <a:spLocks noGrp="1"/>
          </p:cNvSpPr>
          <p:nvPr>
            <p:ph type="sldNum" sz="quarter" idx="5"/>
          </p:nvPr>
        </p:nvSpPr>
        <p:spPr/>
        <p:txBody>
          <a:bodyPr/>
          <a:lstStyle/>
          <a:p>
            <a:pPr>
              <a:defRPr/>
            </a:pPr>
            <a:fld id="{1EDB437F-59FE-4A6C-A802-8DC82142699A}" type="slidenum">
              <a:rPr lang="en-US" smtClean="0"/>
              <a:pPr>
                <a:defRPr/>
              </a:pPr>
              <a:t>7</a:t>
            </a:fld>
            <a:endParaRPr lang="en-US"/>
          </a:p>
        </p:txBody>
      </p:sp>
    </p:spTree>
    <p:extLst>
      <p:ext uri="{BB962C8B-B14F-4D97-AF65-F5344CB8AC3E}">
        <p14:creationId xmlns:p14="http://schemas.microsoft.com/office/powerpoint/2010/main" val="1752520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303D4-5EC2-0FD9-6B9B-C45C72C59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8CC72-A197-D586-E112-7478B7FD5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02965D-81EE-3A8A-649E-809966B12E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54FDC2-860C-4FBC-528C-297DBCA68FA6}"/>
              </a:ext>
            </a:extLst>
          </p:cNvPr>
          <p:cNvSpPr>
            <a:spLocks noGrp="1"/>
          </p:cNvSpPr>
          <p:nvPr>
            <p:ph type="sldNum" sz="quarter" idx="5"/>
          </p:nvPr>
        </p:nvSpPr>
        <p:spPr/>
        <p:txBody>
          <a:bodyPr/>
          <a:lstStyle/>
          <a:p>
            <a:pPr>
              <a:defRPr/>
            </a:pPr>
            <a:fld id="{1EDB437F-59FE-4A6C-A802-8DC82142699A}" type="slidenum">
              <a:rPr lang="en-US" smtClean="0"/>
              <a:pPr>
                <a:defRPr/>
              </a:pPr>
              <a:t>8</a:t>
            </a:fld>
            <a:endParaRPr lang="en-US"/>
          </a:p>
        </p:txBody>
      </p:sp>
    </p:spTree>
    <p:extLst>
      <p:ext uri="{BB962C8B-B14F-4D97-AF65-F5344CB8AC3E}">
        <p14:creationId xmlns:p14="http://schemas.microsoft.com/office/powerpoint/2010/main" val="3425625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B39ED-1DA2-B530-9E34-E685AC2055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DFD24A-9EA7-EA12-DAF3-DEF0CC51D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D4876-4E31-F0AD-1E3B-8C5C0BAC36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1D0AD1-1B3E-EA75-6E9E-BEE043B088CB}"/>
              </a:ext>
            </a:extLst>
          </p:cNvPr>
          <p:cNvSpPr>
            <a:spLocks noGrp="1"/>
          </p:cNvSpPr>
          <p:nvPr>
            <p:ph type="sldNum" sz="quarter" idx="5"/>
          </p:nvPr>
        </p:nvSpPr>
        <p:spPr/>
        <p:txBody>
          <a:bodyPr/>
          <a:lstStyle/>
          <a:p>
            <a:pPr>
              <a:defRPr/>
            </a:pPr>
            <a:fld id="{1EDB437F-59FE-4A6C-A802-8DC82142699A}" type="slidenum">
              <a:rPr lang="en-US" smtClean="0"/>
              <a:pPr>
                <a:defRPr/>
              </a:pPr>
              <a:t>9</a:t>
            </a:fld>
            <a:endParaRPr lang="en-US"/>
          </a:p>
        </p:txBody>
      </p:sp>
    </p:spTree>
    <p:extLst>
      <p:ext uri="{BB962C8B-B14F-4D97-AF65-F5344CB8AC3E}">
        <p14:creationId xmlns:p14="http://schemas.microsoft.com/office/powerpoint/2010/main" val="22095902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Text - Whit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A8EDF12-1C19-E62E-94E0-8974D4130B23}"/>
              </a:ext>
            </a:extLst>
          </p:cNvPr>
          <p:cNvSpPr>
            <a:spLocks noGrp="1"/>
          </p:cNvSpPr>
          <p:nvPr>
            <p:ph type="title" hasCustomPrompt="1"/>
          </p:nvPr>
        </p:nvSpPr>
        <p:spPr/>
        <p:txBody>
          <a:bodyPr/>
          <a:lstStyle/>
          <a:p>
            <a:r>
              <a:rPr lang="en-US" dirty="0"/>
              <a:t>Text-only slide click to add heading</a:t>
            </a:r>
          </a:p>
        </p:txBody>
      </p:sp>
      <p:sp>
        <p:nvSpPr>
          <p:cNvPr id="21" name="Text Placeholder 20">
            <a:extLst>
              <a:ext uri="{FF2B5EF4-FFF2-40B4-BE49-F238E27FC236}">
                <a16:creationId xmlns:a16="http://schemas.microsoft.com/office/drawing/2014/main" id="{8416243F-3EBA-00D8-66EB-F15C43FE4DB9}"/>
              </a:ext>
            </a:extLst>
          </p:cNvPr>
          <p:cNvSpPr>
            <a:spLocks noGrp="1"/>
          </p:cNvSpPr>
          <p:nvPr>
            <p:ph type="body" sz="quarter" idx="15"/>
          </p:nvPr>
        </p:nvSpPr>
        <p:spPr>
          <a:xfrm>
            <a:off x="415925" y="865400"/>
            <a:ext cx="6786563" cy="296703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2" name="Footer Placeholder 21">
            <a:extLst>
              <a:ext uri="{FF2B5EF4-FFF2-40B4-BE49-F238E27FC236}">
                <a16:creationId xmlns:a16="http://schemas.microsoft.com/office/drawing/2014/main" id="{EAAFC098-C02F-9AF6-D335-ABF4DC8E2DE8}"/>
              </a:ext>
            </a:extLst>
          </p:cNvPr>
          <p:cNvSpPr>
            <a:spLocks noGrp="1"/>
          </p:cNvSpPr>
          <p:nvPr>
            <p:ph type="ftr" sz="quarter" idx="16"/>
          </p:nvPr>
        </p:nvSpPr>
        <p:spPr/>
        <p:txBody>
          <a:bodyPr/>
          <a:lstStyle/>
          <a:p>
            <a:fld id="{C3F62AED-D9F3-3244-98A0-8AC49C77FEC7}" type="slidenum">
              <a:rPr lang="en-US" smtClean="0"/>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Content + Image - Whit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430521A-A469-4C8C-CC18-D141A4A187D7}"/>
              </a:ext>
            </a:extLst>
          </p:cNvPr>
          <p:cNvSpPr>
            <a:spLocks noGrp="1"/>
          </p:cNvSpPr>
          <p:nvPr>
            <p:ph type="pic" sz="quarter" idx="13"/>
          </p:nvPr>
        </p:nvSpPr>
        <p:spPr>
          <a:xfrm>
            <a:off x="4572001" y="858837"/>
            <a:ext cx="4021494" cy="3619857"/>
          </a:xfrm>
          <a:prstGeom prst="rect">
            <a:avLst/>
          </a:prstGeom>
          <a:solidFill>
            <a:schemeClr val="bg1">
              <a:lumMod val="85000"/>
            </a:schemeClr>
          </a:solidFill>
        </p:spPr>
        <p:txBody>
          <a:bodyPr/>
          <a:lstStyle/>
          <a:p>
            <a:r>
              <a:rPr lang="en-GB"/>
              <a:t>Click icon to add picture</a:t>
            </a:r>
            <a:endParaRPr lang="en-US"/>
          </a:p>
        </p:txBody>
      </p:sp>
      <p:sp>
        <p:nvSpPr>
          <p:cNvPr id="2" name="Title 1">
            <a:extLst>
              <a:ext uri="{FF2B5EF4-FFF2-40B4-BE49-F238E27FC236}">
                <a16:creationId xmlns:a16="http://schemas.microsoft.com/office/drawing/2014/main" id="{502BE10F-D42D-EC88-EBF1-C585D7897E8F}"/>
              </a:ext>
            </a:extLst>
          </p:cNvPr>
          <p:cNvSpPr>
            <a:spLocks noGrp="1"/>
          </p:cNvSpPr>
          <p:nvPr>
            <p:ph type="title" hasCustomPrompt="1"/>
          </p:nvPr>
        </p:nvSpPr>
        <p:spPr/>
        <p:txBody>
          <a:bodyPr/>
          <a:lstStyle/>
          <a:p>
            <a:r>
              <a:rPr lang="en-US" dirty="0"/>
              <a:t>Text + image slide click to add heading</a:t>
            </a:r>
          </a:p>
        </p:txBody>
      </p:sp>
      <p:sp>
        <p:nvSpPr>
          <p:cNvPr id="7" name="Text Placeholder 6">
            <a:extLst>
              <a:ext uri="{FF2B5EF4-FFF2-40B4-BE49-F238E27FC236}">
                <a16:creationId xmlns:a16="http://schemas.microsoft.com/office/drawing/2014/main" id="{7120421A-2C30-2261-FB50-82E422D58C42}"/>
              </a:ext>
            </a:extLst>
          </p:cNvPr>
          <p:cNvSpPr>
            <a:spLocks noGrp="1"/>
          </p:cNvSpPr>
          <p:nvPr>
            <p:ph type="body" sz="quarter" idx="15"/>
          </p:nvPr>
        </p:nvSpPr>
        <p:spPr>
          <a:xfrm>
            <a:off x="415925" y="858838"/>
            <a:ext cx="3613150" cy="33401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Footer Placeholder 7">
            <a:extLst>
              <a:ext uri="{FF2B5EF4-FFF2-40B4-BE49-F238E27FC236}">
                <a16:creationId xmlns:a16="http://schemas.microsoft.com/office/drawing/2014/main" id="{59586EF1-5F6B-51A0-1127-7CEF29CDBF2A}"/>
              </a:ext>
            </a:extLst>
          </p:cNvPr>
          <p:cNvSpPr>
            <a:spLocks noGrp="1"/>
          </p:cNvSpPr>
          <p:nvPr>
            <p:ph type="ftr" sz="quarter" idx="16"/>
          </p:nvPr>
        </p:nvSpPr>
        <p:spPr/>
        <p:txBody>
          <a:bodyPr/>
          <a:lstStyle/>
          <a:p>
            <a:fld id="{C3F62AED-D9F3-3244-98A0-8AC49C77FEC7}" type="slidenum">
              <a:rPr lang="en-US" smtClean="0"/>
              <a:pPr/>
              <a:t>‹#›</a:t>
            </a:fld>
            <a:endParaRPr lang="en-US" dirty="0"/>
          </a:p>
        </p:txBody>
      </p:sp>
    </p:spTree>
    <p:extLst>
      <p:ext uri="{BB962C8B-B14F-4D97-AF65-F5344CB8AC3E}">
        <p14:creationId xmlns:p14="http://schemas.microsoft.com/office/powerpoint/2010/main" val="413268845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 Whit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398611-05E5-3C58-6976-C402E44F5C5E}"/>
              </a:ext>
            </a:extLst>
          </p:cNvPr>
          <p:cNvSpPr>
            <a:spLocks noGrp="1"/>
          </p:cNvSpPr>
          <p:nvPr>
            <p:ph type="ftr" sz="quarter" idx="10"/>
          </p:nvPr>
        </p:nvSpPr>
        <p:spPr/>
        <p:txBody>
          <a:bodyPr/>
          <a:lstStyle/>
          <a:p>
            <a:fld id="{C3F62AED-D9F3-3244-98A0-8AC49C77FEC7}" type="slidenum">
              <a:rPr lang="en-US" smtClean="0"/>
              <a:pPr/>
              <a:t>‹#›</a:t>
            </a:fld>
            <a:endParaRPr lang="en-US" dirty="0"/>
          </a:p>
        </p:txBody>
      </p:sp>
      <p:pic>
        <p:nvPicPr>
          <p:cNvPr id="5" name="Graphic 4">
            <a:extLst>
              <a:ext uri="{FF2B5EF4-FFF2-40B4-BE49-F238E27FC236}">
                <a16:creationId xmlns:a16="http://schemas.microsoft.com/office/drawing/2014/main" id="{D96C71A2-DB3B-7E3C-CEB1-309123E104CC}"/>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50907" y="1212980"/>
            <a:ext cx="1762179" cy="1902136"/>
          </a:xfrm>
          <a:prstGeom prst="rect">
            <a:avLst/>
          </a:prstGeom>
        </p:spPr>
      </p:pic>
      <p:sp>
        <p:nvSpPr>
          <p:cNvPr id="6" name="Title 13">
            <a:extLst>
              <a:ext uri="{FF2B5EF4-FFF2-40B4-BE49-F238E27FC236}">
                <a16:creationId xmlns:a16="http://schemas.microsoft.com/office/drawing/2014/main" id="{ED555E62-9954-370D-93EE-6E25E80F03FA}"/>
              </a:ext>
            </a:extLst>
          </p:cNvPr>
          <p:cNvSpPr>
            <a:spLocks noGrp="1"/>
          </p:cNvSpPr>
          <p:nvPr>
            <p:ph type="title" hasCustomPrompt="1"/>
          </p:nvPr>
        </p:nvSpPr>
        <p:spPr>
          <a:xfrm>
            <a:off x="1269318" y="2298215"/>
            <a:ext cx="5896591" cy="706243"/>
          </a:xfrm>
        </p:spPr>
        <p:txBody>
          <a:bodyPr>
            <a:noAutofit/>
          </a:bodyPr>
          <a:lstStyle>
            <a:lvl1pPr>
              <a:lnSpc>
                <a:spcPts val="4800"/>
              </a:lnSpc>
              <a:defRPr sz="5000" spc="30" baseline="0"/>
            </a:lvl1pPr>
          </a:lstStyle>
          <a:p>
            <a:r>
              <a:rPr lang="en-GB" dirty="0"/>
              <a:t>Divider title here</a:t>
            </a:r>
            <a:endParaRPr lang="en-US" dirty="0"/>
          </a:p>
        </p:txBody>
      </p:sp>
      <p:sp>
        <p:nvSpPr>
          <p:cNvPr id="9" name="Text Placeholder 8">
            <a:extLst>
              <a:ext uri="{FF2B5EF4-FFF2-40B4-BE49-F238E27FC236}">
                <a16:creationId xmlns:a16="http://schemas.microsoft.com/office/drawing/2014/main" id="{9E0B95D9-19B0-A38C-196A-C9FAF09E36F6}"/>
              </a:ext>
            </a:extLst>
          </p:cNvPr>
          <p:cNvSpPr>
            <a:spLocks noGrp="1"/>
          </p:cNvSpPr>
          <p:nvPr>
            <p:ph type="body" sz="quarter" idx="11" hasCustomPrompt="1"/>
          </p:nvPr>
        </p:nvSpPr>
        <p:spPr>
          <a:xfrm>
            <a:off x="398708" y="1322516"/>
            <a:ext cx="870610" cy="812508"/>
          </a:xfrm>
        </p:spPr>
        <p:txBody>
          <a:bodyPr>
            <a:normAutofit/>
          </a:bodyPr>
          <a:lstStyle>
            <a:lvl1pPr>
              <a:lnSpc>
                <a:spcPct val="100000"/>
              </a:lnSpc>
              <a:defRPr sz="5000" b="1">
                <a:latin typeface="National 2 Condensed" panose="020B0506030502020203" pitchFamily="34" charset="77"/>
              </a:defRPr>
            </a:lvl1pPr>
          </a:lstStyle>
          <a:p>
            <a:pPr lvl="0"/>
            <a:r>
              <a:rPr lang="en-GB" kern="0" dirty="0"/>
              <a:t>01</a:t>
            </a:r>
            <a:endParaRPr lang="en-US" dirty="0"/>
          </a:p>
        </p:txBody>
      </p:sp>
    </p:spTree>
    <p:extLst>
      <p:ext uri="{BB962C8B-B14F-4D97-AF65-F5344CB8AC3E}">
        <p14:creationId xmlns:p14="http://schemas.microsoft.com/office/powerpoint/2010/main" val="239454876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rge statement text">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13">
            <a:extLst>
              <a:ext uri="{FF2B5EF4-FFF2-40B4-BE49-F238E27FC236}">
                <a16:creationId xmlns:a16="http://schemas.microsoft.com/office/drawing/2014/main" id="{F69B99A2-FCDD-5902-BFD9-294E7BE4E4FB}"/>
              </a:ext>
            </a:extLst>
          </p:cNvPr>
          <p:cNvSpPr>
            <a:spLocks noGrp="1"/>
          </p:cNvSpPr>
          <p:nvPr>
            <p:ph type="title" hasCustomPrompt="1"/>
          </p:nvPr>
        </p:nvSpPr>
        <p:spPr>
          <a:xfrm>
            <a:off x="467662" y="827479"/>
            <a:ext cx="7752608" cy="3283272"/>
          </a:xfrm>
        </p:spPr>
        <p:txBody>
          <a:bodyPr>
            <a:noAutofit/>
          </a:bodyPr>
          <a:lstStyle>
            <a:lvl1pPr>
              <a:lnSpc>
                <a:spcPts val="4800"/>
              </a:lnSpc>
              <a:defRPr sz="4500" spc="30" baseline="0"/>
            </a:lvl1pPr>
          </a:lstStyle>
          <a:p>
            <a:r>
              <a:rPr lang="en-GB" dirty="0"/>
              <a:t>Large statement – as appropriate in </a:t>
            </a:r>
            <a:br>
              <a:rPr lang="en-GB" dirty="0"/>
            </a:br>
            <a:r>
              <a:rPr lang="en-GB" dirty="0"/>
              <a:t>key statements and quotes, a key</a:t>
            </a:r>
            <a:br>
              <a:rPr lang="en-GB" dirty="0"/>
            </a:br>
            <a:r>
              <a:rPr lang="en-GB" dirty="0"/>
              <a:t>word or short phrase may be in another colour for emphasis.</a:t>
            </a:r>
            <a:endParaRPr lang="en-US" dirty="0"/>
          </a:p>
        </p:txBody>
      </p:sp>
      <p:sp>
        <p:nvSpPr>
          <p:cNvPr id="5" name="Footer Placeholder 4">
            <a:extLst>
              <a:ext uri="{FF2B5EF4-FFF2-40B4-BE49-F238E27FC236}">
                <a16:creationId xmlns:a16="http://schemas.microsoft.com/office/drawing/2014/main" id="{A8B66424-9FDB-4BC9-F026-99764529A13F}"/>
              </a:ext>
            </a:extLst>
          </p:cNvPr>
          <p:cNvSpPr>
            <a:spLocks noGrp="1"/>
          </p:cNvSpPr>
          <p:nvPr>
            <p:ph type="ftr" sz="quarter" idx="11"/>
          </p:nvPr>
        </p:nvSpPr>
        <p:spPr/>
        <p:txBody>
          <a:bodyPr/>
          <a:lstStyle/>
          <a:p>
            <a:fld id="{C3F62AED-D9F3-3244-98A0-8AC49C77FEC7}" type="slidenum">
              <a:rPr lang="en-US" smtClean="0"/>
              <a:pPr/>
              <a:t>‹#›</a:t>
            </a:fld>
            <a:endParaRPr lang="en-US" dirty="0"/>
          </a:p>
        </p:txBody>
      </p:sp>
    </p:spTree>
    <p:extLst>
      <p:ext uri="{BB962C8B-B14F-4D97-AF65-F5344CB8AC3E}">
        <p14:creationId xmlns:p14="http://schemas.microsoft.com/office/powerpoint/2010/main" val="71729259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 Limeston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710D29-8FDE-D921-0D43-770033C84403}"/>
              </a:ext>
            </a:extLst>
          </p:cNvPr>
          <p:cNvSpPr>
            <a:spLocks noGrp="1"/>
          </p:cNvSpPr>
          <p:nvPr>
            <p:ph type="title" hasCustomPrompt="1"/>
          </p:nvPr>
        </p:nvSpPr>
        <p:spPr/>
        <p:txBody>
          <a:bodyPr/>
          <a:lstStyle/>
          <a:p>
            <a:r>
              <a:rPr lang="en-US" dirty="0"/>
              <a:t>Text-only slide click to add heading</a:t>
            </a:r>
          </a:p>
        </p:txBody>
      </p:sp>
      <p:sp>
        <p:nvSpPr>
          <p:cNvPr id="8" name="Text Placeholder 7">
            <a:extLst>
              <a:ext uri="{FF2B5EF4-FFF2-40B4-BE49-F238E27FC236}">
                <a16:creationId xmlns:a16="http://schemas.microsoft.com/office/drawing/2014/main" id="{071717DE-D314-E6D0-15BF-02BA45D2148E}"/>
              </a:ext>
            </a:extLst>
          </p:cNvPr>
          <p:cNvSpPr>
            <a:spLocks noGrp="1"/>
          </p:cNvSpPr>
          <p:nvPr>
            <p:ph type="body" sz="quarter" idx="13"/>
          </p:nvPr>
        </p:nvSpPr>
        <p:spPr>
          <a:xfrm>
            <a:off x="415925" y="868149"/>
            <a:ext cx="7104063" cy="32258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Footer Placeholder 8">
            <a:extLst>
              <a:ext uri="{FF2B5EF4-FFF2-40B4-BE49-F238E27FC236}">
                <a16:creationId xmlns:a16="http://schemas.microsoft.com/office/drawing/2014/main" id="{09F1CD38-8875-7F6A-99D6-37478E277226}"/>
              </a:ext>
            </a:extLst>
          </p:cNvPr>
          <p:cNvSpPr>
            <a:spLocks noGrp="1"/>
          </p:cNvSpPr>
          <p:nvPr>
            <p:ph type="ftr" sz="quarter" idx="14"/>
          </p:nvPr>
        </p:nvSpPr>
        <p:spPr/>
        <p:txBody>
          <a:bodyPr/>
          <a:lstStyle/>
          <a:p>
            <a:fld id="{C3F62AED-D9F3-3244-98A0-8AC49C77FEC7}" type="slidenum">
              <a:rPr lang="en-US" smtClean="0"/>
              <a:pPr/>
              <a:t>‹#›</a:t>
            </a:fld>
            <a:endParaRPr lang="en-US" dirty="0"/>
          </a:p>
        </p:txBody>
      </p:sp>
    </p:spTree>
    <p:extLst>
      <p:ext uri="{BB962C8B-B14F-4D97-AF65-F5344CB8AC3E}">
        <p14:creationId xmlns:p14="http://schemas.microsoft.com/office/powerpoint/2010/main" val="161222366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Content + Image - Limeston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430521A-A469-4C8C-CC18-D141A4A187D7}"/>
              </a:ext>
            </a:extLst>
          </p:cNvPr>
          <p:cNvSpPr>
            <a:spLocks noGrp="1"/>
          </p:cNvSpPr>
          <p:nvPr>
            <p:ph type="pic" sz="quarter" idx="13"/>
          </p:nvPr>
        </p:nvSpPr>
        <p:spPr>
          <a:xfrm>
            <a:off x="4572001" y="858837"/>
            <a:ext cx="4021494" cy="3619857"/>
          </a:xfrm>
          <a:prstGeom prst="rect">
            <a:avLst/>
          </a:prstGeom>
          <a:solidFill>
            <a:schemeClr val="bg1">
              <a:lumMod val="85000"/>
            </a:schemeClr>
          </a:solidFill>
        </p:spPr>
        <p:txBody>
          <a:bodyPr/>
          <a:lstStyle/>
          <a:p>
            <a:r>
              <a:rPr lang="en-GB"/>
              <a:t>Click icon to add picture</a:t>
            </a:r>
            <a:endParaRPr lang="en-US"/>
          </a:p>
        </p:txBody>
      </p:sp>
      <p:sp>
        <p:nvSpPr>
          <p:cNvPr id="2" name="Title 1">
            <a:extLst>
              <a:ext uri="{FF2B5EF4-FFF2-40B4-BE49-F238E27FC236}">
                <a16:creationId xmlns:a16="http://schemas.microsoft.com/office/drawing/2014/main" id="{502BE10F-D42D-EC88-EBF1-C585D7897E8F}"/>
              </a:ext>
            </a:extLst>
          </p:cNvPr>
          <p:cNvSpPr>
            <a:spLocks noGrp="1"/>
          </p:cNvSpPr>
          <p:nvPr>
            <p:ph type="title" hasCustomPrompt="1"/>
          </p:nvPr>
        </p:nvSpPr>
        <p:spPr/>
        <p:txBody>
          <a:bodyPr/>
          <a:lstStyle/>
          <a:p>
            <a:r>
              <a:rPr lang="en-US" dirty="0"/>
              <a:t>Text + image slide click to add heading</a:t>
            </a:r>
          </a:p>
        </p:txBody>
      </p:sp>
      <p:sp>
        <p:nvSpPr>
          <p:cNvPr id="7" name="Text Placeholder 6">
            <a:extLst>
              <a:ext uri="{FF2B5EF4-FFF2-40B4-BE49-F238E27FC236}">
                <a16:creationId xmlns:a16="http://schemas.microsoft.com/office/drawing/2014/main" id="{7120421A-2C30-2261-FB50-82E422D58C42}"/>
              </a:ext>
            </a:extLst>
          </p:cNvPr>
          <p:cNvSpPr>
            <a:spLocks noGrp="1"/>
          </p:cNvSpPr>
          <p:nvPr>
            <p:ph type="body" sz="quarter" idx="15"/>
          </p:nvPr>
        </p:nvSpPr>
        <p:spPr>
          <a:xfrm>
            <a:off x="415925" y="858838"/>
            <a:ext cx="3613150" cy="33401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Footer Placeholder 7">
            <a:extLst>
              <a:ext uri="{FF2B5EF4-FFF2-40B4-BE49-F238E27FC236}">
                <a16:creationId xmlns:a16="http://schemas.microsoft.com/office/drawing/2014/main" id="{59586EF1-5F6B-51A0-1127-7CEF29CDBF2A}"/>
              </a:ext>
            </a:extLst>
          </p:cNvPr>
          <p:cNvSpPr>
            <a:spLocks noGrp="1"/>
          </p:cNvSpPr>
          <p:nvPr>
            <p:ph type="ftr" sz="quarter" idx="16"/>
          </p:nvPr>
        </p:nvSpPr>
        <p:spPr/>
        <p:txBody>
          <a:bodyPr/>
          <a:lstStyle/>
          <a:p>
            <a:fld id="{C3F62AED-D9F3-3244-98A0-8AC49C77FEC7}" type="slidenum">
              <a:rPr lang="en-US" smtClean="0"/>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Image or Diagram - no text">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1" hasCustomPrompt="1"/>
          </p:nvPr>
        </p:nvSpPr>
        <p:spPr>
          <a:xfrm>
            <a:off x="0" y="1"/>
            <a:ext cx="9144000" cy="4264818"/>
          </a:xfrm>
          <a:prstGeom prst="rect">
            <a:avLst/>
          </a:prstGeom>
        </p:spPr>
        <p:txBody>
          <a:bodyPr vert="horz" anchor="ctr"/>
          <a:lstStyle>
            <a:lvl1pPr marL="0" indent="0" algn="ctr">
              <a:buNone/>
              <a:defRPr sz="1800" i="1" baseline="0">
                <a:solidFill>
                  <a:schemeClr val="tx2"/>
                </a:solidFill>
              </a:defRPr>
            </a:lvl1pPr>
          </a:lstStyle>
          <a:p>
            <a:r>
              <a:rPr lang="en-US" dirty="0"/>
              <a:t>Drag or insert image/chart/table </a:t>
            </a:r>
          </a:p>
          <a:p>
            <a:r>
              <a:rPr lang="en-US" dirty="0"/>
              <a:t>to placeholder. </a:t>
            </a:r>
          </a:p>
          <a:p>
            <a:r>
              <a:rPr lang="en-US" dirty="0"/>
              <a:t>Or c</a:t>
            </a:r>
            <a:r>
              <a:rPr lang="en-AU" dirty="0"/>
              <a:t>lick icon to add.</a:t>
            </a:r>
          </a:p>
        </p:txBody>
      </p:sp>
      <p:sp>
        <p:nvSpPr>
          <p:cNvPr id="2" name="Footer Placeholder 1">
            <a:extLst>
              <a:ext uri="{FF2B5EF4-FFF2-40B4-BE49-F238E27FC236}">
                <a16:creationId xmlns:a16="http://schemas.microsoft.com/office/drawing/2014/main" id="{7A1C3A61-2390-9132-8B81-AA738364A284}"/>
              </a:ext>
            </a:extLst>
          </p:cNvPr>
          <p:cNvSpPr>
            <a:spLocks noGrp="1"/>
          </p:cNvSpPr>
          <p:nvPr>
            <p:ph type="ftr" sz="quarter" idx="12"/>
          </p:nvPr>
        </p:nvSpPr>
        <p:spPr/>
        <p:txBody>
          <a:bodyPr/>
          <a:lstStyle/>
          <a:p>
            <a:fld id="{C3F62AED-D9F3-3244-98A0-8AC49C77FEC7}" type="slidenum">
              <a:rPr lang="en-US" smtClean="0"/>
              <a:pPr/>
              <a:t>‹#›</a:t>
            </a:fld>
            <a:endParaRPr lang="en-US" dirty="0"/>
          </a:p>
        </p:txBody>
      </p:sp>
      <p:sp>
        <p:nvSpPr>
          <p:cNvPr id="4" name="Text Placeholder 8">
            <a:extLst>
              <a:ext uri="{FF2B5EF4-FFF2-40B4-BE49-F238E27FC236}">
                <a16:creationId xmlns:a16="http://schemas.microsoft.com/office/drawing/2014/main" id="{B6E7548E-CC21-1955-9266-E702601FC07F}"/>
              </a:ext>
            </a:extLst>
          </p:cNvPr>
          <p:cNvSpPr>
            <a:spLocks noGrp="1"/>
          </p:cNvSpPr>
          <p:nvPr>
            <p:ph type="body" sz="quarter" idx="13" hasCustomPrompt="1"/>
          </p:nvPr>
        </p:nvSpPr>
        <p:spPr>
          <a:xfrm>
            <a:off x="2480114" y="4742837"/>
            <a:ext cx="3613150" cy="202390"/>
          </a:xfrm>
          <a:prstGeom prst="rect">
            <a:avLst/>
          </a:prstGeom>
        </p:spPr>
        <p:txBody>
          <a:bodyPr>
            <a:normAutofit/>
          </a:bodyPr>
          <a:lstStyle>
            <a:lvl1pPr>
              <a:lnSpc>
                <a:spcPct val="100000"/>
              </a:lnSpc>
              <a:defRPr sz="800">
                <a:latin typeface="Roboto Serif 20pt" pitchFamily="2" charset="77"/>
                <a:cs typeface="Roboto Serif 20pt" pitchFamily="2" charset="77"/>
              </a:defRPr>
            </a:lvl1pPr>
            <a:lvl2pPr>
              <a:defRPr/>
            </a:lvl2pPr>
            <a:lvl5pPr marL="665163" indent="0">
              <a:buNone/>
              <a:defRPr/>
            </a:lvl5pPr>
          </a:lstStyle>
          <a:p>
            <a:pPr lvl="0"/>
            <a:r>
              <a:rPr lang="en-GB" dirty="0"/>
              <a:t>Click to add optional footnote, delete if not required</a:t>
            </a:r>
          </a:p>
        </p:txBody>
      </p:sp>
    </p:spTree>
    <p:extLst>
      <p:ext uri="{BB962C8B-B14F-4D97-AF65-F5344CB8AC3E}">
        <p14:creationId xmlns:p14="http://schemas.microsoft.com/office/powerpoint/2010/main" val="76824156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rge Image or Diagram - with text">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1" hasCustomPrompt="1"/>
          </p:nvPr>
        </p:nvSpPr>
        <p:spPr>
          <a:xfrm>
            <a:off x="503854" y="1315617"/>
            <a:ext cx="8136293" cy="2949201"/>
          </a:xfrm>
          <a:prstGeom prst="rect">
            <a:avLst/>
          </a:prstGeom>
        </p:spPr>
        <p:txBody>
          <a:bodyPr vert="horz" anchor="ctr"/>
          <a:lstStyle>
            <a:lvl1pPr marL="0" indent="0" algn="ctr">
              <a:buNone/>
              <a:defRPr sz="1800" i="1" baseline="0">
                <a:solidFill>
                  <a:schemeClr val="tx2"/>
                </a:solidFill>
              </a:defRPr>
            </a:lvl1pPr>
          </a:lstStyle>
          <a:p>
            <a:r>
              <a:rPr lang="en-US" dirty="0"/>
              <a:t>Drag or insert image/chart/table </a:t>
            </a:r>
          </a:p>
          <a:p>
            <a:r>
              <a:rPr lang="en-US" dirty="0"/>
              <a:t>to placeholder. </a:t>
            </a:r>
          </a:p>
          <a:p>
            <a:r>
              <a:rPr lang="en-US" dirty="0"/>
              <a:t>Or c</a:t>
            </a:r>
            <a:r>
              <a:rPr lang="en-AU" dirty="0"/>
              <a:t>lick icon to add.</a:t>
            </a:r>
          </a:p>
        </p:txBody>
      </p:sp>
      <p:sp>
        <p:nvSpPr>
          <p:cNvPr id="2" name="Title 1">
            <a:extLst>
              <a:ext uri="{FF2B5EF4-FFF2-40B4-BE49-F238E27FC236}">
                <a16:creationId xmlns:a16="http://schemas.microsoft.com/office/drawing/2014/main" id="{801BB7DE-429E-3917-ED2C-03535E430E63}"/>
              </a:ext>
            </a:extLst>
          </p:cNvPr>
          <p:cNvSpPr>
            <a:spLocks noGrp="1"/>
          </p:cNvSpPr>
          <p:nvPr>
            <p:ph type="title" hasCustomPrompt="1"/>
          </p:nvPr>
        </p:nvSpPr>
        <p:spPr>
          <a:xfrm>
            <a:off x="416217" y="171520"/>
            <a:ext cx="4034485" cy="864178"/>
          </a:xfrm>
        </p:spPr>
        <p:txBody>
          <a:bodyPr/>
          <a:lstStyle/>
          <a:p>
            <a:r>
              <a:rPr lang="en-GB" dirty="0"/>
              <a:t>Click to add heading</a:t>
            </a:r>
            <a:endParaRPr lang="en-US" dirty="0"/>
          </a:p>
        </p:txBody>
      </p:sp>
      <p:sp>
        <p:nvSpPr>
          <p:cNvPr id="7" name="Text Placeholder 8">
            <a:extLst>
              <a:ext uri="{FF2B5EF4-FFF2-40B4-BE49-F238E27FC236}">
                <a16:creationId xmlns:a16="http://schemas.microsoft.com/office/drawing/2014/main" id="{3ED14B4E-D640-322D-1D48-021319DC504A}"/>
              </a:ext>
            </a:extLst>
          </p:cNvPr>
          <p:cNvSpPr>
            <a:spLocks noGrp="1"/>
          </p:cNvSpPr>
          <p:nvPr>
            <p:ph type="body" sz="quarter" idx="12" hasCustomPrompt="1"/>
          </p:nvPr>
        </p:nvSpPr>
        <p:spPr>
          <a:xfrm>
            <a:off x="2480114" y="4742837"/>
            <a:ext cx="3613150" cy="202390"/>
          </a:xfrm>
          <a:prstGeom prst="rect">
            <a:avLst/>
          </a:prstGeom>
        </p:spPr>
        <p:txBody>
          <a:bodyPr>
            <a:normAutofit/>
          </a:bodyPr>
          <a:lstStyle>
            <a:lvl1pPr>
              <a:lnSpc>
                <a:spcPct val="100000"/>
              </a:lnSpc>
              <a:defRPr sz="800">
                <a:latin typeface="Roboto Serif 20pt" pitchFamily="2" charset="77"/>
                <a:cs typeface="Roboto Serif 20pt" pitchFamily="2" charset="77"/>
              </a:defRPr>
            </a:lvl1pPr>
            <a:lvl2pPr>
              <a:defRPr/>
            </a:lvl2pPr>
            <a:lvl5pPr marL="665163" indent="0">
              <a:buNone/>
              <a:defRPr/>
            </a:lvl5pPr>
          </a:lstStyle>
          <a:p>
            <a:pPr lvl="0"/>
            <a:r>
              <a:rPr lang="en-GB" dirty="0"/>
              <a:t>Click to add optional footnote, delete if not required</a:t>
            </a:r>
          </a:p>
        </p:txBody>
      </p:sp>
      <p:sp>
        <p:nvSpPr>
          <p:cNvPr id="9" name="Text Placeholder 8">
            <a:extLst>
              <a:ext uri="{FF2B5EF4-FFF2-40B4-BE49-F238E27FC236}">
                <a16:creationId xmlns:a16="http://schemas.microsoft.com/office/drawing/2014/main" id="{12F40294-C814-063D-2A43-E8DB14A05935}"/>
              </a:ext>
            </a:extLst>
          </p:cNvPr>
          <p:cNvSpPr>
            <a:spLocks noGrp="1"/>
          </p:cNvSpPr>
          <p:nvPr>
            <p:ph type="body" sz="quarter" idx="14"/>
          </p:nvPr>
        </p:nvSpPr>
        <p:spPr>
          <a:xfrm>
            <a:off x="5202530" y="184421"/>
            <a:ext cx="3437617" cy="1065881"/>
          </a:xfrm>
          <a:prstGeom prst="rect">
            <a:avLst/>
          </a:prstGeom>
        </p:spPr>
        <p:txBody>
          <a:bodyPr>
            <a:normAutofit/>
          </a:bodyPr>
          <a:lstStyle>
            <a:lvl1pPr>
              <a:defRPr sz="1100">
                <a:latin typeface="Roboto Serif 20pt" pitchFamily="2" charset="77"/>
                <a:cs typeface="Roboto Serif 20pt" pitchFamily="2" charset="77"/>
              </a:defRPr>
            </a:lvl1pPr>
            <a:lvl2pPr>
              <a:defRPr/>
            </a:lvl2pPr>
            <a:lvl3pPr>
              <a:defRPr sz="1100"/>
            </a:lvl3pPr>
            <a:lvl5pPr marL="665163" indent="0">
              <a:buNone/>
              <a:defRPr/>
            </a:lvl5pPr>
          </a:lstStyle>
          <a:p>
            <a:pPr lvl="0"/>
            <a:r>
              <a:rPr lang="en-GB" dirty="0"/>
              <a:t>Click to edit Master text styles</a:t>
            </a:r>
          </a:p>
          <a:p>
            <a:pPr lvl="2"/>
            <a:r>
              <a:rPr lang="en-GB" dirty="0"/>
              <a:t>Bullet point</a:t>
            </a:r>
          </a:p>
        </p:txBody>
      </p:sp>
      <p:sp>
        <p:nvSpPr>
          <p:cNvPr id="10" name="Footer Placeholder 9">
            <a:extLst>
              <a:ext uri="{FF2B5EF4-FFF2-40B4-BE49-F238E27FC236}">
                <a16:creationId xmlns:a16="http://schemas.microsoft.com/office/drawing/2014/main" id="{F0560318-7321-E90D-0986-C2F92697DD9E}"/>
              </a:ext>
            </a:extLst>
          </p:cNvPr>
          <p:cNvSpPr>
            <a:spLocks noGrp="1"/>
          </p:cNvSpPr>
          <p:nvPr>
            <p:ph type="ftr" sz="quarter" idx="15"/>
          </p:nvPr>
        </p:nvSpPr>
        <p:spPr/>
        <p:txBody>
          <a:bodyPr/>
          <a:lstStyle/>
          <a:p>
            <a:fld id="{C3F62AED-D9F3-3244-98A0-8AC49C77FEC7}" type="slidenum">
              <a:rPr lang="en-US" smtClean="0"/>
              <a:pPr/>
              <a:t>‹#›</a:t>
            </a:fld>
            <a:endParaRPr lang="en-US" dirty="0"/>
          </a:p>
        </p:txBody>
      </p:sp>
    </p:spTree>
    <p:extLst>
      <p:ext uri="{BB962C8B-B14F-4D97-AF65-F5344CB8AC3E}">
        <p14:creationId xmlns:p14="http://schemas.microsoft.com/office/powerpoint/2010/main" val="50610714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E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639558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Footer:heading and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8CBD54-DF40-5146-A631-26A8BE439F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54501"/>
            <a:ext cx="9144000" cy="889000"/>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8579" y="4504556"/>
            <a:ext cx="1416826" cy="421143"/>
          </a:xfrm>
          <a:prstGeom prst="rect">
            <a:avLst/>
          </a:prstGeom>
        </p:spPr>
      </p:pic>
      <p:sp>
        <p:nvSpPr>
          <p:cNvPr id="11" name="Text Placeholder 3"/>
          <p:cNvSpPr>
            <a:spLocks noGrp="1"/>
          </p:cNvSpPr>
          <p:nvPr>
            <p:ph type="body" sz="quarter" idx="11" hasCustomPrompt="1"/>
          </p:nvPr>
        </p:nvSpPr>
        <p:spPr>
          <a:xfrm>
            <a:off x="416218" y="428627"/>
            <a:ext cx="8290903" cy="647700"/>
          </a:xfrm>
          <a:prstGeom prst="rect">
            <a:avLst/>
          </a:prstGeom>
        </p:spPr>
        <p:txBody>
          <a:bodyPr anchor="t"/>
          <a:lstStyle>
            <a:lvl1pPr marL="0" indent="0">
              <a:lnSpc>
                <a:spcPct val="90000"/>
              </a:lnSpc>
              <a:buNone/>
              <a:defRPr sz="3600" b="1" baseline="0">
                <a:solidFill>
                  <a:srgbClr val="054A89"/>
                </a:solidFill>
              </a:defRPr>
            </a:lvl1pPr>
          </a:lstStyle>
          <a:p>
            <a:pPr lvl="0"/>
            <a:r>
              <a:rPr lang="en-US" dirty="0"/>
              <a:t>Type heading here</a:t>
            </a:r>
            <a:endParaRPr lang="en-AU" dirty="0"/>
          </a:p>
        </p:txBody>
      </p:sp>
      <p:sp>
        <p:nvSpPr>
          <p:cNvPr id="12" name="Text Placeholder 3"/>
          <p:cNvSpPr>
            <a:spLocks noGrp="1"/>
          </p:cNvSpPr>
          <p:nvPr>
            <p:ph type="body" sz="quarter" idx="12" hasCustomPrompt="1"/>
          </p:nvPr>
        </p:nvSpPr>
        <p:spPr>
          <a:xfrm>
            <a:off x="416210" y="1295406"/>
            <a:ext cx="8280751" cy="2504435"/>
          </a:xfrm>
          <a:prstGeom prst="rect">
            <a:avLst/>
          </a:prstGeom>
        </p:spPr>
        <p:txBody>
          <a:bodyPr/>
          <a:lstStyle>
            <a:lvl1pPr marL="342892" indent="-342892">
              <a:lnSpc>
                <a:spcPct val="90000"/>
              </a:lnSpc>
              <a:spcBef>
                <a:spcPts val="0"/>
              </a:spcBef>
              <a:spcAft>
                <a:spcPts val="0"/>
              </a:spcAft>
              <a:buFont typeface="Arial" panose="020B0604020202020204" pitchFamily="34" charset="0"/>
              <a:buChar char="•"/>
              <a:defRPr sz="2400" b="0" baseline="0">
                <a:solidFill>
                  <a:schemeClr val="tx1"/>
                </a:solidFill>
              </a:defRPr>
            </a:lvl1pPr>
            <a:lvl2pPr>
              <a:defRPr sz="2000"/>
            </a:lvl2pPr>
            <a:lvl3pPr marL="1142972" indent="-228594">
              <a:buFont typeface="Arial" panose="020B0604020202020204" pitchFamily="34" charset="0"/>
              <a:buChar char="»"/>
              <a:defRPr sz="2000"/>
            </a:lvl3pPr>
          </a:lstStyle>
          <a:p>
            <a:pPr lvl="0"/>
            <a:r>
              <a:rPr lang="en-US" dirty="0"/>
              <a:t>Type text here</a:t>
            </a:r>
          </a:p>
          <a:p>
            <a:pPr lvl="1"/>
            <a:r>
              <a:rPr lang="en-US" dirty="0"/>
              <a:t>Second level if required</a:t>
            </a:r>
          </a:p>
          <a:p>
            <a:pPr lvl="2"/>
            <a:r>
              <a:rPr lang="en-US" dirty="0"/>
              <a:t>Third level if required</a:t>
            </a:r>
            <a:endParaRPr lang="en-AU" dirty="0"/>
          </a:p>
        </p:txBody>
      </p:sp>
    </p:spTree>
    <p:extLst>
      <p:ext uri="{BB962C8B-B14F-4D97-AF65-F5344CB8AC3E}">
        <p14:creationId xmlns:p14="http://schemas.microsoft.com/office/powerpoint/2010/main" val="1078371456"/>
      </p:ext>
    </p:extLst>
  </p:cSld>
  <p:clrMapOvr>
    <a:masterClrMapping/>
  </p:clrMapOvr>
  <mc:AlternateContent xmlns:mc="http://schemas.openxmlformats.org/markup-compatibility/2006" xmlns:p14="http://schemas.microsoft.com/office/powerpoint/2010/main">
    <mc:Choice Requires="p14">
      <p:transition spd="slow" p14:dur="800" advClick="0">
        <p:fade/>
      </p:transition>
    </mc:Choice>
    <mc:Fallback xmlns="">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ext - Dark Blu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7A8EDF12-1C19-E62E-94E0-8974D4130B23}"/>
              </a:ext>
            </a:extLst>
          </p:cNvPr>
          <p:cNvSpPr>
            <a:spLocks noGrp="1"/>
          </p:cNvSpPr>
          <p:nvPr>
            <p:ph type="title" hasCustomPrompt="1"/>
          </p:nvPr>
        </p:nvSpPr>
        <p:spPr/>
        <p:txBody>
          <a:bodyPr/>
          <a:lstStyle/>
          <a:p>
            <a:r>
              <a:rPr lang="en-US" dirty="0"/>
              <a:t>Text-only slide click to add heading</a:t>
            </a:r>
          </a:p>
        </p:txBody>
      </p:sp>
      <p:sp>
        <p:nvSpPr>
          <p:cNvPr id="21" name="Text Placeholder 20">
            <a:extLst>
              <a:ext uri="{FF2B5EF4-FFF2-40B4-BE49-F238E27FC236}">
                <a16:creationId xmlns:a16="http://schemas.microsoft.com/office/drawing/2014/main" id="{8416243F-3EBA-00D8-66EB-F15C43FE4DB9}"/>
              </a:ext>
            </a:extLst>
          </p:cNvPr>
          <p:cNvSpPr>
            <a:spLocks noGrp="1"/>
          </p:cNvSpPr>
          <p:nvPr>
            <p:ph type="body" sz="quarter" idx="15"/>
          </p:nvPr>
        </p:nvSpPr>
        <p:spPr>
          <a:xfrm>
            <a:off x="415925" y="865400"/>
            <a:ext cx="6786563" cy="2967038"/>
          </a:xfrm>
          <a:prstGeom prst="rect">
            <a:avLst/>
          </a:prstGeom>
        </p:spPr>
        <p:txBody>
          <a:bodyPr/>
          <a:lstStyle>
            <a:lvl1pPr>
              <a:defRPr sz="1200">
                <a:solidFill>
                  <a:schemeClr val="bg1"/>
                </a:solidFill>
                <a:latin typeface="Roboto Serif 20pt" pitchFamily="2" charset="77"/>
                <a:cs typeface="Roboto Serif 20pt"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 name="Slide Number Placeholder 1">
            <a:extLst>
              <a:ext uri="{FF2B5EF4-FFF2-40B4-BE49-F238E27FC236}">
                <a16:creationId xmlns:a16="http://schemas.microsoft.com/office/drawing/2014/main" id="{B7064302-3E98-D08D-CD67-78E1B772D433}"/>
              </a:ext>
            </a:extLst>
          </p:cNvPr>
          <p:cNvSpPr>
            <a:spLocks noGrp="1"/>
          </p:cNvSpPr>
          <p:nvPr>
            <p:ph type="sldNum" sz="quarter" idx="17"/>
          </p:nvPr>
        </p:nvSpPr>
        <p:spPr/>
        <p:txBody>
          <a:bodyPr/>
          <a:lstStyle/>
          <a:p>
            <a:fld id="{4DAFC9CC-EAF1-6147-9D8E-382CC0E67FF1}" type="slidenum">
              <a:rPr lang="en-US" smtClean="0"/>
              <a:pPr/>
              <a:t>‹#›</a:t>
            </a:fld>
            <a:endParaRPr lang="en-US" dirty="0"/>
          </a:p>
        </p:txBody>
      </p:sp>
    </p:spTree>
    <p:extLst>
      <p:ext uri="{BB962C8B-B14F-4D97-AF65-F5344CB8AC3E}">
        <p14:creationId xmlns:p14="http://schemas.microsoft.com/office/powerpoint/2010/main" val="68910015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Content + Image - Dark Blu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430521A-A469-4C8C-CC18-D141A4A187D7}"/>
              </a:ext>
            </a:extLst>
          </p:cNvPr>
          <p:cNvSpPr>
            <a:spLocks noGrp="1"/>
          </p:cNvSpPr>
          <p:nvPr>
            <p:ph type="pic" sz="quarter" idx="13"/>
          </p:nvPr>
        </p:nvSpPr>
        <p:spPr>
          <a:xfrm>
            <a:off x="4572001" y="858837"/>
            <a:ext cx="4021494" cy="3619857"/>
          </a:xfrm>
          <a:prstGeom prst="rect">
            <a:avLst/>
          </a:prstGeom>
          <a:solidFill>
            <a:schemeClr val="bg1">
              <a:lumMod val="85000"/>
            </a:schemeClr>
          </a:solidFill>
        </p:spPr>
        <p:txBody>
          <a:bodyPr/>
          <a:lstStyle/>
          <a:p>
            <a:r>
              <a:rPr lang="en-GB"/>
              <a:t>Click icon to add picture</a:t>
            </a:r>
            <a:endParaRPr lang="en-US"/>
          </a:p>
        </p:txBody>
      </p:sp>
      <p:sp>
        <p:nvSpPr>
          <p:cNvPr id="2" name="Title 1">
            <a:extLst>
              <a:ext uri="{FF2B5EF4-FFF2-40B4-BE49-F238E27FC236}">
                <a16:creationId xmlns:a16="http://schemas.microsoft.com/office/drawing/2014/main" id="{502BE10F-D42D-EC88-EBF1-C585D7897E8F}"/>
              </a:ext>
            </a:extLst>
          </p:cNvPr>
          <p:cNvSpPr>
            <a:spLocks noGrp="1"/>
          </p:cNvSpPr>
          <p:nvPr>
            <p:ph type="title" hasCustomPrompt="1"/>
          </p:nvPr>
        </p:nvSpPr>
        <p:spPr/>
        <p:txBody>
          <a:bodyPr/>
          <a:lstStyle/>
          <a:p>
            <a:r>
              <a:rPr lang="en-US" dirty="0"/>
              <a:t>Text + image slide click to add heading</a:t>
            </a:r>
          </a:p>
        </p:txBody>
      </p:sp>
      <p:sp>
        <p:nvSpPr>
          <p:cNvPr id="7" name="Text Placeholder 6">
            <a:extLst>
              <a:ext uri="{FF2B5EF4-FFF2-40B4-BE49-F238E27FC236}">
                <a16:creationId xmlns:a16="http://schemas.microsoft.com/office/drawing/2014/main" id="{7120421A-2C30-2261-FB50-82E422D58C42}"/>
              </a:ext>
            </a:extLst>
          </p:cNvPr>
          <p:cNvSpPr>
            <a:spLocks noGrp="1"/>
          </p:cNvSpPr>
          <p:nvPr>
            <p:ph type="body" sz="quarter" idx="15"/>
          </p:nvPr>
        </p:nvSpPr>
        <p:spPr>
          <a:xfrm>
            <a:off x="415925" y="858838"/>
            <a:ext cx="3613150" cy="33401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Slide Number Placeholder 3">
            <a:extLst>
              <a:ext uri="{FF2B5EF4-FFF2-40B4-BE49-F238E27FC236}">
                <a16:creationId xmlns:a16="http://schemas.microsoft.com/office/drawing/2014/main" id="{BFF7EEF5-EF33-D6E6-BED1-A03E315F239E}"/>
              </a:ext>
            </a:extLst>
          </p:cNvPr>
          <p:cNvSpPr>
            <a:spLocks noGrp="1"/>
          </p:cNvSpPr>
          <p:nvPr>
            <p:ph type="sldNum" sz="quarter" idx="17"/>
          </p:nvPr>
        </p:nvSpPr>
        <p:spPr/>
        <p:txBody>
          <a:bodyPr/>
          <a:lstStyle/>
          <a:p>
            <a:fld id="{4DAFC9CC-EAF1-6147-9D8E-382CC0E67FF1}" type="slidenum">
              <a:rPr lang="en-US" smtClean="0"/>
              <a:pPr/>
              <a:t>‹#›</a:t>
            </a:fld>
            <a:endParaRPr lang="en-US" dirty="0"/>
          </a:p>
        </p:txBody>
      </p:sp>
    </p:spTree>
    <p:extLst>
      <p:ext uri="{BB962C8B-B14F-4D97-AF65-F5344CB8AC3E}">
        <p14:creationId xmlns:p14="http://schemas.microsoft.com/office/powerpoint/2010/main" val="184371067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Content + Image - Bright Blu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9CBE-BF20-3B1E-E8A0-80E67BF06A5C}"/>
              </a:ext>
            </a:extLst>
          </p:cNvPr>
          <p:cNvSpPr>
            <a:spLocks noGrp="1"/>
          </p:cNvSpPr>
          <p:nvPr>
            <p:ph type="title" hasCustomPrompt="1"/>
          </p:nvPr>
        </p:nvSpPr>
        <p:spPr/>
        <p:txBody>
          <a:bodyPr/>
          <a:lstStyle/>
          <a:p>
            <a:r>
              <a:rPr lang="en-US" dirty="0"/>
              <a:t>Text + image slide click to add heading</a:t>
            </a:r>
          </a:p>
        </p:txBody>
      </p:sp>
      <p:sp>
        <p:nvSpPr>
          <p:cNvPr id="3" name="Slide Number Placeholder 2">
            <a:extLst>
              <a:ext uri="{FF2B5EF4-FFF2-40B4-BE49-F238E27FC236}">
                <a16:creationId xmlns:a16="http://schemas.microsoft.com/office/drawing/2014/main" id="{4AE36660-A957-9FF1-7D2F-640E04060663}"/>
              </a:ext>
            </a:extLst>
          </p:cNvPr>
          <p:cNvSpPr>
            <a:spLocks noGrp="1"/>
          </p:cNvSpPr>
          <p:nvPr>
            <p:ph type="sldNum" sz="quarter" idx="10"/>
          </p:nvPr>
        </p:nvSpPr>
        <p:spPr/>
        <p:txBody>
          <a:bodyPr/>
          <a:lstStyle/>
          <a:p>
            <a:fld id="{4DAFC9CC-EAF1-6147-9D8E-382CC0E67FF1}" type="slidenum">
              <a:rPr lang="en-US" smtClean="0"/>
              <a:pPr/>
              <a:t>‹#›</a:t>
            </a:fld>
            <a:endParaRPr lang="en-US" dirty="0"/>
          </a:p>
        </p:txBody>
      </p:sp>
      <p:sp>
        <p:nvSpPr>
          <p:cNvPr id="4" name="Text Placeholder 6">
            <a:extLst>
              <a:ext uri="{FF2B5EF4-FFF2-40B4-BE49-F238E27FC236}">
                <a16:creationId xmlns:a16="http://schemas.microsoft.com/office/drawing/2014/main" id="{C8A8D6DC-22A4-B1EA-0048-DA6F789F1616}"/>
              </a:ext>
            </a:extLst>
          </p:cNvPr>
          <p:cNvSpPr>
            <a:spLocks noGrp="1"/>
          </p:cNvSpPr>
          <p:nvPr>
            <p:ph type="body" sz="quarter" idx="15"/>
          </p:nvPr>
        </p:nvSpPr>
        <p:spPr>
          <a:xfrm>
            <a:off x="415925" y="858838"/>
            <a:ext cx="3613150" cy="33401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Picture Placeholder 2">
            <a:extLst>
              <a:ext uri="{FF2B5EF4-FFF2-40B4-BE49-F238E27FC236}">
                <a16:creationId xmlns:a16="http://schemas.microsoft.com/office/drawing/2014/main" id="{D85F134E-D8E1-D5FF-F424-5208C8D7FB75}"/>
              </a:ext>
            </a:extLst>
          </p:cNvPr>
          <p:cNvSpPr>
            <a:spLocks noGrp="1"/>
          </p:cNvSpPr>
          <p:nvPr>
            <p:ph type="pic" sz="quarter" idx="13"/>
          </p:nvPr>
        </p:nvSpPr>
        <p:spPr>
          <a:xfrm>
            <a:off x="4572001" y="858837"/>
            <a:ext cx="4021494" cy="3619857"/>
          </a:xfrm>
          <a:prstGeom prst="rect">
            <a:avLst/>
          </a:prstGeom>
          <a:solidFill>
            <a:schemeClr val="bg1">
              <a:lumMod val="85000"/>
            </a:schemeClr>
          </a:solidFill>
        </p:spPr>
        <p:txBody>
          <a:bodyPr/>
          <a:lstStyle/>
          <a:p>
            <a:r>
              <a:rPr lang="en-GB" dirty="0"/>
              <a:t>Click icon to add picture</a:t>
            </a:r>
            <a:endParaRPr lang="en-US" dirty="0"/>
          </a:p>
        </p:txBody>
      </p:sp>
    </p:spTree>
    <p:extLst>
      <p:ext uri="{BB962C8B-B14F-4D97-AF65-F5344CB8AC3E}">
        <p14:creationId xmlns:p14="http://schemas.microsoft.com/office/powerpoint/2010/main" val="320858958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 Dark Blu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D96C71A2-DB3B-7E3C-CEB1-309123E104CC}"/>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50907" y="1212980"/>
            <a:ext cx="1762179" cy="1902136"/>
          </a:xfrm>
          <a:prstGeom prst="rect">
            <a:avLst/>
          </a:prstGeom>
        </p:spPr>
      </p:pic>
      <p:sp>
        <p:nvSpPr>
          <p:cNvPr id="6" name="Title 13">
            <a:extLst>
              <a:ext uri="{FF2B5EF4-FFF2-40B4-BE49-F238E27FC236}">
                <a16:creationId xmlns:a16="http://schemas.microsoft.com/office/drawing/2014/main" id="{ED555E62-9954-370D-93EE-6E25E80F03FA}"/>
              </a:ext>
            </a:extLst>
          </p:cNvPr>
          <p:cNvSpPr>
            <a:spLocks noGrp="1"/>
          </p:cNvSpPr>
          <p:nvPr>
            <p:ph type="title" hasCustomPrompt="1"/>
          </p:nvPr>
        </p:nvSpPr>
        <p:spPr>
          <a:xfrm>
            <a:off x="1269318" y="2298215"/>
            <a:ext cx="5896591" cy="706243"/>
          </a:xfrm>
        </p:spPr>
        <p:txBody>
          <a:bodyPr>
            <a:noAutofit/>
          </a:bodyPr>
          <a:lstStyle>
            <a:lvl1pPr>
              <a:lnSpc>
                <a:spcPts val="4800"/>
              </a:lnSpc>
              <a:defRPr sz="5000" spc="30" baseline="0"/>
            </a:lvl1pPr>
          </a:lstStyle>
          <a:p>
            <a:r>
              <a:rPr lang="en-GB" dirty="0"/>
              <a:t>Divider title here</a:t>
            </a:r>
            <a:endParaRPr lang="en-US" dirty="0"/>
          </a:p>
        </p:txBody>
      </p:sp>
      <p:sp>
        <p:nvSpPr>
          <p:cNvPr id="9" name="Text Placeholder 8">
            <a:extLst>
              <a:ext uri="{FF2B5EF4-FFF2-40B4-BE49-F238E27FC236}">
                <a16:creationId xmlns:a16="http://schemas.microsoft.com/office/drawing/2014/main" id="{9E0B95D9-19B0-A38C-196A-C9FAF09E36F6}"/>
              </a:ext>
            </a:extLst>
          </p:cNvPr>
          <p:cNvSpPr>
            <a:spLocks noGrp="1"/>
          </p:cNvSpPr>
          <p:nvPr>
            <p:ph type="body" sz="quarter" idx="11" hasCustomPrompt="1"/>
          </p:nvPr>
        </p:nvSpPr>
        <p:spPr>
          <a:xfrm>
            <a:off x="398708" y="1322516"/>
            <a:ext cx="870610" cy="812508"/>
          </a:xfrm>
          <a:prstGeom prst="rect">
            <a:avLst/>
          </a:prstGeom>
        </p:spPr>
        <p:txBody>
          <a:bodyPr>
            <a:normAutofit/>
          </a:bodyPr>
          <a:lstStyle>
            <a:lvl1pPr>
              <a:lnSpc>
                <a:spcPct val="100000"/>
              </a:lnSpc>
              <a:defRPr sz="5000" b="1">
                <a:solidFill>
                  <a:schemeClr val="bg1"/>
                </a:solidFill>
                <a:latin typeface="National 2 Condensed" panose="020B0506030502020203" pitchFamily="34" charset="77"/>
              </a:defRPr>
            </a:lvl1pPr>
          </a:lstStyle>
          <a:p>
            <a:pPr lvl="0"/>
            <a:r>
              <a:rPr lang="en-GB" kern="0" dirty="0"/>
              <a:t>01</a:t>
            </a:r>
            <a:endParaRPr lang="en-US" dirty="0"/>
          </a:p>
        </p:txBody>
      </p:sp>
      <p:sp>
        <p:nvSpPr>
          <p:cNvPr id="2" name="Slide Number Placeholder 1">
            <a:extLst>
              <a:ext uri="{FF2B5EF4-FFF2-40B4-BE49-F238E27FC236}">
                <a16:creationId xmlns:a16="http://schemas.microsoft.com/office/drawing/2014/main" id="{C1339700-8A87-A56F-068A-B414F7B81D62}"/>
              </a:ext>
            </a:extLst>
          </p:cNvPr>
          <p:cNvSpPr>
            <a:spLocks noGrp="1"/>
          </p:cNvSpPr>
          <p:nvPr>
            <p:ph type="sldNum" sz="quarter" idx="12"/>
          </p:nvPr>
        </p:nvSpPr>
        <p:spPr/>
        <p:txBody>
          <a:bodyPr/>
          <a:lstStyle/>
          <a:p>
            <a:fld id="{4DAFC9CC-EAF1-6147-9D8E-382CC0E67FF1}" type="slidenum">
              <a:rPr lang="en-US" smtClean="0"/>
              <a:pPr/>
              <a:t>‹#›</a:t>
            </a:fld>
            <a:endParaRPr lang="en-US" dirty="0"/>
          </a:p>
        </p:txBody>
      </p:sp>
    </p:spTree>
    <p:extLst>
      <p:ext uri="{BB962C8B-B14F-4D97-AF65-F5344CB8AC3E}">
        <p14:creationId xmlns:p14="http://schemas.microsoft.com/office/powerpoint/2010/main" val="157743404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statement text">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13">
            <a:extLst>
              <a:ext uri="{FF2B5EF4-FFF2-40B4-BE49-F238E27FC236}">
                <a16:creationId xmlns:a16="http://schemas.microsoft.com/office/drawing/2014/main" id="{F69B99A2-FCDD-5902-BFD9-294E7BE4E4FB}"/>
              </a:ext>
            </a:extLst>
          </p:cNvPr>
          <p:cNvSpPr>
            <a:spLocks noGrp="1"/>
          </p:cNvSpPr>
          <p:nvPr>
            <p:ph type="title" hasCustomPrompt="1"/>
          </p:nvPr>
        </p:nvSpPr>
        <p:spPr>
          <a:xfrm>
            <a:off x="467662" y="827479"/>
            <a:ext cx="7752608" cy="3283272"/>
          </a:xfrm>
        </p:spPr>
        <p:txBody>
          <a:bodyPr>
            <a:noAutofit/>
          </a:bodyPr>
          <a:lstStyle>
            <a:lvl1pPr>
              <a:lnSpc>
                <a:spcPts val="4800"/>
              </a:lnSpc>
              <a:defRPr sz="4500" spc="30" baseline="0"/>
            </a:lvl1pPr>
          </a:lstStyle>
          <a:p>
            <a:r>
              <a:rPr lang="en-GB" dirty="0"/>
              <a:t>Large statement – as appropriate in </a:t>
            </a:r>
            <a:br>
              <a:rPr lang="en-GB" dirty="0"/>
            </a:br>
            <a:r>
              <a:rPr lang="en-GB" dirty="0"/>
              <a:t>key statements and quotes, a key</a:t>
            </a:r>
            <a:br>
              <a:rPr lang="en-GB" dirty="0"/>
            </a:br>
            <a:r>
              <a:rPr lang="en-GB" dirty="0"/>
              <a:t>word or short phrase may be in another colour for emphasis.</a:t>
            </a:r>
            <a:endParaRPr lang="en-US" dirty="0"/>
          </a:p>
        </p:txBody>
      </p:sp>
      <p:sp>
        <p:nvSpPr>
          <p:cNvPr id="2" name="Slide Number Placeholder 1">
            <a:extLst>
              <a:ext uri="{FF2B5EF4-FFF2-40B4-BE49-F238E27FC236}">
                <a16:creationId xmlns:a16="http://schemas.microsoft.com/office/drawing/2014/main" id="{2C9576D6-8BDC-98B3-FD5A-1B5D926A5BF8}"/>
              </a:ext>
            </a:extLst>
          </p:cNvPr>
          <p:cNvSpPr>
            <a:spLocks noGrp="1"/>
          </p:cNvSpPr>
          <p:nvPr>
            <p:ph type="sldNum" sz="quarter" idx="12"/>
          </p:nvPr>
        </p:nvSpPr>
        <p:spPr/>
        <p:txBody>
          <a:bodyPr/>
          <a:lstStyle/>
          <a:p>
            <a:fld id="{4DAFC9CC-EAF1-6147-9D8E-382CC0E67FF1}" type="slidenum">
              <a:rPr lang="en-US" smtClean="0"/>
              <a:pPr/>
              <a:t>‹#›</a:t>
            </a:fld>
            <a:endParaRPr lang="en-US" dirty="0"/>
          </a:p>
        </p:txBody>
      </p:sp>
    </p:spTree>
    <p:extLst>
      <p:ext uri="{BB962C8B-B14F-4D97-AF65-F5344CB8AC3E}">
        <p14:creationId xmlns:p14="http://schemas.microsoft.com/office/powerpoint/2010/main" val="55429296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nd">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 Text - Limeston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710D29-8FDE-D921-0D43-770033C84403}"/>
              </a:ext>
            </a:extLst>
          </p:cNvPr>
          <p:cNvSpPr>
            <a:spLocks noGrp="1"/>
          </p:cNvSpPr>
          <p:nvPr>
            <p:ph type="title" hasCustomPrompt="1"/>
          </p:nvPr>
        </p:nvSpPr>
        <p:spPr/>
        <p:txBody>
          <a:bodyPr/>
          <a:lstStyle/>
          <a:p>
            <a:r>
              <a:rPr lang="en-US" dirty="0"/>
              <a:t>Text-only slide click to add heading</a:t>
            </a:r>
          </a:p>
        </p:txBody>
      </p:sp>
      <p:sp>
        <p:nvSpPr>
          <p:cNvPr id="8" name="Text Placeholder 7">
            <a:extLst>
              <a:ext uri="{FF2B5EF4-FFF2-40B4-BE49-F238E27FC236}">
                <a16:creationId xmlns:a16="http://schemas.microsoft.com/office/drawing/2014/main" id="{071717DE-D314-E6D0-15BF-02BA45D2148E}"/>
              </a:ext>
            </a:extLst>
          </p:cNvPr>
          <p:cNvSpPr>
            <a:spLocks noGrp="1"/>
          </p:cNvSpPr>
          <p:nvPr>
            <p:ph type="body" sz="quarter" idx="13"/>
          </p:nvPr>
        </p:nvSpPr>
        <p:spPr>
          <a:xfrm>
            <a:off x="415925" y="868149"/>
            <a:ext cx="7104063" cy="322580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Footer Placeholder 8">
            <a:extLst>
              <a:ext uri="{FF2B5EF4-FFF2-40B4-BE49-F238E27FC236}">
                <a16:creationId xmlns:a16="http://schemas.microsoft.com/office/drawing/2014/main" id="{09F1CD38-8875-7F6A-99D6-37478E277226}"/>
              </a:ext>
            </a:extLst>
          </p:cNvPr>
          <p:cNvSpPr>
            <a:spLocks noGrp="1"/>
          </p:cNvSpPr>
          <p:nvPr>
            <p:ph type="ftr" sz="quarter" idx="14"/>
          </p:nvPr>
        </p:nvSpPr>
        <p:spPr/>
        <p:txBody>
          <a:bodyPr/>
          <a:lstStyle/>
          <a:p>
            <a:fld id="{C3F62AED-D9F3-3244-98A0-8AC49C77FEC7}" type="slidenum">
              <a:rPr lang="en-US" smtClean="0"/>
              <a:pPr/>
              <a:t>‹#›</a:t>
            </a:fld>
            <a:endParaRPr lang="en-US" dirty="0"/>
          </a:p>
        </p:txBody>
      </p:sp>
    </p:spTree>
    <p:extLst>
      <p:ext uri="{BB962C8B-B14F-4D97-AF65-F5344CB8AC3E}">
        <p14:creationId xmlns:p14="http://schemas.microsoft.com/office/powerpoint/2010/main" val="2468267886"/>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ver with Image 1 - Whit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tangle 8">
            <a:extLst>
              <a:ext uri="{FF2B5EF4-FFF2-40B4-BE49-F238E27FC236}">
                <a16:creationId xmlns:a16="http://schemas.microsoft.com/office/drawing/2014/main" id="{299AEC20-E69A-76BA-0914-D0136AF0B595}"/>
              </a:ext>
            </a:extLst>
          </p:cNvPr>
          <p:cNvSpPr/>
          <p:nvPr userDrawn="1"/>
        </p:nvSpPr>
        <p:spPr bwMode="auto">
          <a:xfrm>
            <a:off x="2488117" y="-1"/>
            <a:ext cx="6655873" cy="5143501"/>
          </a:xfrm>
          <a:custGeom>
            <a:avLst/>
            <a:gdLst>
              <a:gd name="connsiteX0" fmla="*/ 0 w 3413156"/>
              <a:gd name="connsiteY0" fmla="*/ 0 h 3576119"/>
              <a:gd name="connsiteX1" fmla="*/ 3413156 w 3413156"/>
              <a:gd name="connsiteY1" fmla="*/ 0 h 3576119"/>
              <a:gd name="connsiteX2" fmla="*/ 3413156 w 3413156"/>
              <a:gd name="connsiteY2" fmla="*/ 3576119 h 3576119"/>
              <a:gd name="connsiteX3" fmla="*/ 0 w 3413156"/>
              <a:gd name="connsiteY3" fmla="*/ 3576119 h 3576119"/>
              <a:gd name="connsiteX4" fmla="*/ 0 w 3413156"/>
              <a:gd name="connsiteY4" fmla="*/ 0 h 3576119"/>
              <a:gd name="connsiteX0" fmla="*/ 2064190 w 3413156"/>
              <a:gd name="connsiteY0" fmla="*/ 0 h 3576119"/>
              <a:gd name="connsiteX1" fmla="*/ 3413156 w 3413156"/>
              <a:gd name="connsiteY1" fmla="*/ 0 h 3576119"/>
              <a:gd name="connsiteX2" fmla="*/ 3413156 w 3413156"/>
              <a:gd name="connsiteY2" fmla="*/ 3576119 h 3576119"/>
              <a:gd name="connsiteX3" fmla="*/ 0 w 3413156"/>
              <a:gd name="connsiteY3" fmla="*/ 3576119 h 3576119"/>
              <a:gd name="connsiteX4" fmla="*/ 2064190 w 3413156"/>
              <a:gd name="connsiteY4" fmla="*/ 0 h 3576119"/>
              <a:gd name="connsiteX0" fmla="*/ 1954632 w 3413156"/>
              <a:gd name="connsiteY0" fmla="*/ 0 h 3576119"/>
              <a:gd name="connsiteX1" fmla="*/ 3413156 w 3413156"/>
              <a:gd name="connsiteY1" fmla="*/ 0 h 3576119"/>
              <a:gd name="connsiteX2" fmla="*/ 3413156 w 3413156"/>
              <a:gd name="connsiteY2" fmla="*/ 3576119 h 3576119"/>
              <a:gd name="connsiteX3" fmla="*/ 0 w 3413156"/>
              <a:gd name="connsiteY3" fmla="*/ 3576119 h 3576119"/>
              <a:gd name="connsiteX4" fmla="*/ 1954632 w 3413156"/>
              <a:gd name="connsiteY4" fmla="*/ 0 h 3576119"/>
              <a:gd name="connsiteX0" fmla="*/ 2152679 w 3413156"/>
              <a:gd name="connsiteY0" fmla="*/ 0 h 3576119"/>
              <a:gd name="connsiteX1" fmla="*/ 3413156 w 3413156"/>
              <a:gd name="connsiteY1" fmla="*/ 0 h 3576119"/>
              <a:gd name="connsiteX2" fmla="*/ 3413156 w 3413156"/>
              <a:gd name="connsiteY2" fmla="*/ 3576119 h 3576119"/>
              <a:gd name="connsiteX3" fmla="*/ 0 w 3413156"/>
              <a:gd name="connsiteY3" fmla="*/ 3576119 h 3576119"/>
              <a:gd name="connsiteX4" fmla="*/ 2152679 w 3413156"/>
              <a:gd name="connsiteY4" fmla="*/ 0 h 3576119"/>
              <a:gd name="connsiteX0" fmla="*/ 1773439 w 3033916"/>
              <a:gd name="connsiteY0" fmla="*/ 0 h 3576119"/>
              <a:gd name="connsiteX1" fmla="*/ 3033916 w 3033916"/>
              <a:gd name="connsiteY1" fmla="*/ 0 h 3576119"/>
              <a:gd name="connsiteX2" fmla="*/ 3033916 w 3033916"/>
              <a:gd name="connsiteY2" fmla="*/ 3576119 h 3576119"/>
              <a:gd name="connsiteX3" fmla="*/ 0 w 3033916"/>
              <a:gd name="connsiteY3" fmla="*/ 3576119 h 3576119"/>
              <a:gd name="connsiteX4" fmla="*/ 1773439 w 3033916"/>
              <a:gd name="connsiteY4" fmla="*/ 0 h 3576119"/>
              <a:gd name="connsiteX0" fmla="*/ 1832432 w 3092909"/>
              <a:gd name="connsiteY0" fmla="*/ 0 h 3576119"/>
              <a:gd name="connsiteX1" fmla="*/ 3092909 w 3092909"/>
              <a:gd name="connsiteY1" fmla="*/ 0 h 3576119"/>
              <a:gd name="connsiteX2" fmla="*/ 3092909 w 3092909"/>
              <a:gd name="connsiteY2" fmla="*/ 3576119 h 3576119"/>
              <a:gd name="connsiteX3" fmla="*/ 0 w 3092909"/>
              <a:gd name="connsiteY3" fmla="*/ 3576119 h 3576119"/>
              <a:gd name="connsiteX4" fmla="*/ 1832432 w 3092909"/>
              <a:gd name="connsiteY4" fmla="*/ 0 h 3576119"/>
              <a:gd name="connsiteX0" fmla="*/ 1899853 w 3092909"/>
              <a:gd name="connsiteY0" fmla="*/ 0 h 3576119"/>
              <a:gd name="connsiteX1" fmla="*/ 3092909 w 3092909"/>
              <a:gd name="connsiteY1" fmla="*/ 0 h 3576119"/>
              <a:gd name="connsiteX2" fmla="*/ 3092909 w 3092909"/>
              <a:gd name="connsiteY2" fmla="*/ 3576119 h 3576119"/>
              <a:gd name="connsiteX3" fmla="*/ 0 w 3092909"/>
              <a:gd name="connsiteY3" fmla="*/ 3576119 h 3576119"/>
              <a:gd name="connsiteX4" fmla="*/ 1899853 w 3092909"/>
              <a:gd name="connsiteY4" fmla="*/ 0 h 3576119"/>
              <a:gd name="connsiteX0" fmla="*/ 1954632 w 3092909"/>
              <a:gd name="connsiteY0" fmla="*/ 6294 h 3576119"/>
              <a:gd name="connsiteX1" fmla="*/ 3092909 w 3092909"/>
              <a:gd name="connsiteY1" fmla="*/ 0 h 3576119"/>
              <a:gd name="connsiteX2" fmla="*/ 3092909 w 3092909"/>
              <a:gd name="connsiteY2" fmla="*/ 3576119 h 3576119"/>
              <a:gd name="connsiteX3" fmla="*/ 0 w 3092909"/>
              <a:gd name="connsiteY3" fmla="*/ 3576119 h 3576119"/>
              <a:gd name="connsiteX4" fmla="*/ 1954632 w 3092909"/>
              <a:gd name="connsiteY4" fmla="*/ 6294 h 3576119"/>
              <a:gd name="connsiteX0" fmla="*/ 1946204 w 3092909"/>
              <a:gd name="connsiteY0" fmla="*/ 6294 h 3576119"/>
              <a:gd name="connsiteX1" fmla="*/ 3092909 w 3092909"/>
              <a:gd name="connsiteY1" fmla="*/ 0 h 3576119"/>
              <a:gd name="connsiteX2" fmla="*/ 3092909 w 3092909"/>
              <a:gd name="connsiteY2" fmla="*/ 3576119 h 3576119"/>
              <a:gd name="connsiteX3" fmla="*/ 0 w 3092909"/>
              <a:gd name="connsiteY3" fmla="*/ 3576119 h 3576119"/>
              <a:gd name="connsiteX4" fmla="*/ 1946204 w 3092909"/>
              <a:gd name="connsiteY4" fmla="*/ 6294 h 3576119"/>
              <a:gd name="connsiteX0" fmla="*/ 1947854 w 3092909"/>
              <a:gd name="connsiteY0" fmla="*/ 1366 h 3576119"/>
              <a:gd name="connsiteX1" fmla="*/ 3092909 w 3092909"/>
              <a:gd name="connsiteY1" fmla="*/ 0 h 3576119"/>
              <a:gd name="connsiteX2" fmla="*/ 3092909 w 3092909"/>
              <a:gd name="connsiteY2" fmla="*/ 3576119 h 3576119"/>
              <a:gd name="connsiteX3" fmla="*/ 0 w 3092909"/>
              <a:gd name="connsiteY3" fmla="*/ 3576119 h 3576119"/>
              <a:gd name="connsiteX4" fmla="*/ 1947854 w 3092909"/>
              <a:gd name="connsiteY4" fmla="*/ 1366 h 3576119"/>
              <a:gd name="connsiteX0" fmla="*/ 1952802 w 3097857"/>
              <a:gd name="connsiteY0" fmla="*/ 1366 h 3576119"/>
              <a:gd name="connsiteX1" fmla="*/ 3097857 w 3097857"/>
              <a:gd name="connsiteY1" fmla="*/ 0 h 3576119"/>
              <a:gd name="connsiteX2" fmla="*/ 3097857 w 3097857"/>
              <a:gd name="connsiteY2" fmla="*/ 3576119 h 3576119"/>
              <a:gd name="connsiteX3" fmla="*/ 0 w 3097857"/>
              <a:gd name="connsiteY3" fmla="*/ 3573655 h 3576119"/>
              <a:gd name="connsiteX4" fmla="*/ 1952802 w 3097857"/>
              <a:gd name="connsiteY4" fmla="*/ 1366 h 3576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7857" h="3576119">
                <a:moveTo>
                  <a:pt x="1952802" y="1366"/>
                </a:moveTo>
                <a:lnTo>
                  <a:pt x="3097857" y="0"/>
                </a:lnTo>
                <a:lnTo>
                  <a:pt x="3097857" y="3576119"/>
                </a:lnTo>
                <a:lnTo>
                  <a:pt x="0" y="3573655"/>
                </a:lnTo>
                <a:lnTo>
                  <a:pt x="1952802" y="1366"/>
                </a:lnTo>
                <a:close/>
              </a:path>
            </a:pathLst>
          </a:cu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cs typeface="Arial" charset="0"/>
            </a:endParaRPr>
          </a:p>
        </p:txBody>
      </p:sp>
      <p:sp>
        <p:nvSpPr>
          <p:cNvPr id="14" name="Title 13">
            <a:extLst>
              <a:ext uri="{FF2B5EF4-FFF2-40B4-BE49-F238E27FC236}">
                <a16:creationId xmlns:a16="http://schemas.microsoft.com/office/drawing/2014/main" id="{EA484BA5-875A-D74A-7BD5-38732DDD1741}"/>
              </a:ext>
            </a:extLst>
          </p:cNvPr>
          <p:cNvSpPr>
            <a:spLocks noGrp="1"/>
          </p:cNvSpPr>
          <p:nvPr>
            <p:ph type="title" hasCustomPrompt="1"/>
          </p:nvPr>
        </p:nvSpPr>
        <p:spPr>
          <a:xfrm>
            <a:off x="412809" y="1166332"/>
            <a:ext cx="4504424" cy="1940767"/>
          </a:xfrm>
        </p:spPr>
        <p:txBody>
          <a:bodyPr/>
          <a:lstStyle/>
          <a:p>
            <a:r>
              <a:rPr lang="en-GB" dirty="0"/>
              <a:t>Click to add</a:t>
            </a:r>
            <a:br>
              <a:rPr lang="en-GB" dirty="0"/>
            </a:br>
            <a:r>
              <a:rPr lang="en-GB" dirty="0"/>
              <a:t>title</a:t>
            </a:r>
            <a:endParaRPr lang="en-US" dirty="0"/>
          </a:p>
        </p:txBody>
      </p:sp>
      <p:sp>
        <p:nvSpPr>
          <p:cNvPr id="16" name="Text Placeholder 15">
            <a:extLst>
              <a:ext uri="{FF2B5EF4-FFF2-40B4-BE49-F238E27FC236}">
                <a16:creationId xmlns:a16="http://schemas.microsoft.com/office/drawing/2014/main" id="{1DE1A2E5-5BB9-B368-9B47-19F102B00180}"/>
              </a:ext>
            </a:extLst>
          </p:cNvPr>
          <p:cNvSpPr>
            <a:spLocks noGrp="1"/>
          </p:cNvSpPr>
          <p:nvPr>
            <p:ph type="body" sz="quarter" idx="10"/>
          </p:nvPr>
        </p:nvSpPr>
        <p:spPr>
          <a:xfrm>
            <a:off x="412809" y="2814615"/>
            <a:ext cx="4052313" cy="731557"/>
          </a:xfrm>
        </p:spPr>
        <p:txBody>
          <a:bodyPr/>
          <a:lstStyle/>
          <a:p>
            <a:pPr lvl="0"/>
            <a:r>
              <a:rPr lang="en-GB" dirty="0"/>
              <a:t>Click to edit Master text styles</a:t>
            </a:r>
          </a:p>
        </p:txBody>
      </p:sp>
      <p:sp>
        <p:nvSpPr>
          <p:cNvPr id="6" name="Footer Placeholder 5">
            <a:extLst>
              <a:ext uri="{FF2B5EF4-FFF2-40B4-BE49-F238E27FC236}">
                <a16:creationId xmlns:a16="http://schemas.microsoft.com/office/drawing/2014/main" id="{F3B75A2F-7632-315E-11A0-5168F3DB2D18}"/>
              </a:ext>
            </a:extLst>
          </p:cNvPr>
          <p:cNvSpPr>
            <a:spLocks noGrp="1"/>
          </p:cNvSpPr>
          <p:nvPr>
            <p:ph type="ftr" sz="quarter" idx="11"/>
          </p:nvPr>
        </p:nvSpPr>
        <p:spPr>
          <a:xfrm>
            <a:off x="412809" y="3554639"/>
            <a:ext cx="3086100" cy="274637"/>
          </a:xfrm>
        </p:spPr>
        <p:txBody>
          <a:bodyPr/>
          <a:lstStyle/>
          <a:p>
            <a:r>
              <a:rPr lang="en-US" dirty="0"/>
              <a:t>Insert date here</a:t>
            </a:r>
          </a:p>
        </p:txBody>
      </p:sp>
      <p:pic>
        <p:nvPicPr>
          <p:cNvPr id="2" name="Picture 1">
            <a:extLst>
              <a:ext uri="{FF2B5EF4-FFF2-40B4-BE49-F238E27FC236}">
                <a16:creationId xmlns:a16="http://schemas.microsoft.com/office/drawing/2014/main" id="{5E181BBE-E5EF-72A9-5A5E-3F1DF3DD3CEF}"/>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2488127" y="0"/>
            <a:ext cx="6655873" cy="5143500"/>
          </a:xfrm>
          <a:custGeom>
            <a:avLst/>
            <a:gdLst>
              <a:gd name="connsiteX0" fmla="*/ 6654625 w 6655873"/>
              <a:gd name="connsiteY0" fmla="*/ 0 h 5143500"/>
              <a:gd name="connsiteX1" fmla="*/ 6655873 w 6655873"/>
              <a:gd name="connsiteY1" fmla="*/ 0 h 5143500"/>
              <a:gd name="connsiteX2" fmla="*/ 6655873 w 6655873"/>
              <a:gd name="connsiteY2" fmla="*/ 5143500 h 5143500"/>
              <a:gd name="connsiteX3" fmla="*/ 0 w 6655873"/>
              <a:gd name="connsiteY3" fmla="*/ 5139956 h 5143500"/>
              <a:gd name="connsiteX4" fmla="*/ 4195676 w 6655873"/>
              <a:gd name="connsiteY4" fmla="*/ 1964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5873" h="5143500">
                <a:moveTo>
                  <a:pt x="6654625" y="0"/>
                </a:moveTo>
                <a:lnTo>
                  <a:pt x="6655873" y="0"/>
                </a:lnTo>
                <a:lnTo>
                  <a:pt x="6655873" y="5143500"/>
                </a:lnTo>
                <a:lnTo>
                  <a:pt x="0" y="5139956"/>
                </a:lnTo>
                <a:lnTo>
                  <a:pt x="4195676" y="1964"/>
                </a:lnTo>
                <a:close/>
              </a:path>
            </a:pathLst>
          </a:custGeom>
        </p:spPr>
      </p:pic>
    </p:spTree>
    <p:extLst>
      <p:ext uri="{BB962C8B-B14F-4D97-AF65-F5344CB8AC3E}">
        <p14:creationId xmlns:p14="http://schemas.microsoft.com/office/powerpoint/2010/main" val="16813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ver with Image 2 - Whit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Rectangle 8">
            <a:extLst>
              <a:ext uri="{FF2B5EF4-FFF2-40B4-BE49-F238E27FC236}">
                <a16:creationId xmlns:a16="http://schemas.microsoft.com/office/drawing/2014/main" id="{299AEC20-E69A-76BA-0914-D0136AF0B595}"/>
              </a:ext>
            </a:extLst>
          </p:cNvPr>
          <p:cNvSpPr/>
          <p:nvPr userDrawn="1"/>
        </p:nvSpPr>
        <p:spPr bwMode="auto">
          <a:xfrm>
            <a:off x="2488117" y="-1"/>
            <a:ext cx="6655873" cy="5143501"/>
          </a:xfrm>
          <a:custGeom>
            <a:avLst/>
            <a:gdLst>
              <a:gd name="connsiteX0" fmla="*/ 0 w 3413156"/>
              <a:gd name="connsiteY0" fmla="*/ 0 h 3576119"/>
              <a:gd name="connsiteX1" fmla="*/ 3413156 w 3413156"/>
              <a:gd name="connsiteY1" fmla="*/ 0 h 3576119"/>
              <a:gd name="connsiteX2" fmla="*/ 3413156 w 3413156"/>
              <a:gd name="connsiteY2" fmla="*/ 3576119 h 3576119"/>
              <a:gd name="connsiteX3" fmla="*/ 0 w 3413156"/>
              <a:gd name="connsiteY3" fmla="*/ 3576119 h 3576119"/>
              <a:gd name="connsiteX4" fmla="*/ 0 w 3413156"/>
              <a:gd name="connsiteY4" fmla="*/ 0 h 3576119"/>
              <a:gd name="connsiteX0" fmla="*/ 2064190 w 3413156"/>
              <a:gd name="connsiteY0" fmla="*/ 0 h 3576119"/>
              <a:gd name="connsiteX1" fmla="*/ 3413156 w 3413156"/>
              <a:gd name="connsiteY1" fmla="*/ 0 h 3576119"/>
              <a:gd name="connsiteX2" fmla="*/ 3413156 w 3413156"/>
              <a:gd name="connsiteY2" fmla="*/ 3576119 h 3576119"/>
              <a:gd name="connsiteX3" fmla="*/ 0 w 3413156"/>
              <a:gd name="connsiteY3" fmla="*/ 3576119 h 3576119"/>
              <a:gd name="connsiteX4" fmla="*/ 2064190 w 3413156"/>
              <a:gd name="connsiteY4" fmla="*/ 0 h 3576119"/>
              <a:gd name="connsiteX0" fmla="*/ 1954632 w 3413156"/>
              <a:gd name="connsiteY0" fmla="*/ 0 h 3576119"/>
              <a:gd name="connsiteX1" fmla="*/ 3413156 w 3413156"/>
              <a:gd name="connsiteY1" fmla="*/ 0 h 3576119"/>
              <a:gd name="connsiteX2" fmla="*/ 3413156 w 3413156"/>
              <a:gd name="connsiteY2" fmla="*/ 3576119 h 3576119"/>
              <a:gd name="connsiteX3" fmla="*/ 0 w 3413156"/>
              <a:gd name="connsiteY3" fmla="*/ 3576119 h 3576119"/>
              <a:gd name="connsiteX4" fmla="*/ 1954632 w 3413156"/>
              <a:gd name="connsiteY4" fmla="*/ 0 h 3576119"/>
              <a:gd name="connsiteX0" fmla="*/ 2152679 w 3413156"/>
              <a:gd name="connsiteY0" fmla="*/ 0 h 3576119"/>
              <a:gd name="connsiteX1" fmla="*/ 3413156 w 3413156"/>
              <a:gd name="connsiteY1" fmla="*/ 0 h 3576119"/>
              <a:gd name="connsiteX2" fmla="*/ 3413156 w 3413156"/>
              <a:gd name="connsiteY2" fmla="*/ 3576119 h 3576119"/>
              <a:gd name="connsiteX3" fmla="*/ 0 w 3413156"/>
              <a:gd name="connsiteY3" fmla="*/ 3576119 h 3576119"/>
              <a:gd name="connsiteX4" fmla="*/ 2152679 w 3413156"/>
              <a:gd name="connsiteY4" fmla="*/ 0 h 3576119"/>
              <a:gd name="connsiteX0" fmla="*/ 1773439 w 3033916"/>
              <a:gd name="connsiteY0" fmla="*/ 0 h 3576119"/>
              <a:gd name="connsiteX1" fmla="*/ 3033916 w 3033916"/>
              <a:gd name="connsiteY1" fmla="*/ 0 h 3576119"/>
              <a:gd name="connsiteX2" fmla="*/ 3033916 w 3033916"/>
              <a:gd name="connsiteY2" fmla="*/ 3576119 h 3576119"/>
              <a:gd name="connsiteX3" fmla="*/ 0 w 3033916"/>
              <a:gd name="connsiteY3" fmla="*/ 3576119 h 3576119"/>
              <a:gd name="connsiteX4" fmla="*/ 1773439 w 3033916"/>
              <a:gd name="connsiteY4" fmla="*/ 0 h 3576119"/>
              <a:gd name="connsiteX0" fmla="*/ 1832432 w 3092909"/>
              <a:gd name="connsiteY0" fmla="*/ 0 h 3576119"/>
              <a:gd name="connsiteX1" fmla="*/ 3092909 w 3092909"/>
              <a:gd name="connsiteY1" fmla="*/ 0 h 3576119"/>
              <a:gd name="connsiteX2" fmla="*/ 3092909 w 3092909"/>
              <a:gd name="connsiteY2" fmla="*/ 3576119 h 3576119"/>
              <a:gd name="connsiteX3" fmla="*/ 0 w 3092909"/>
              <a:gd name="connsiteY3" fmla="*/ 3576119 h 3576119"/>
              <a:gd name="connsiteX4" fmla="*/ 1832432 w 3092909"/>
              <a:gd name="connsiteY4" fmla="*/ 0 h 3576119"/>
              <a:gd name="connsiteX0" fmla="*/ 1899853 w 3092909"/>
              <a:gd name="connsiteY0" fmla="*/ 0 h 3576119"/>
              <a:gd name="connsiteX1" fmla="*/ 3092909 w 3092909"/>
              <a:gd name="connsiteY1" fmla="*/ 0 h 3576119"/>
              <a:gd name="connsiteX2" fmla="*/ 3092909 w 3092909"/>
              <a:gd name="connsiteY2" fmla="*/ 3576119 h 3576119"/>
              <a:gd name="connsiteX3" fmla="*/ 0 w 3092909"/>
              <a:gd name="connsiteY3" fmla="*/ 3576119 h 3576119"/>
              <a:gd name="connsiteX4" fmla="*/ 1899853 w 3092909"/>
              <a:gd name="connsiteY4" fmla="*/ 0 h 3576119"/>
              <a:gd name="connsiteX0" fmla="*/ 1954632 w 3092909"/>
              <a:gd name="connsiteY0" fmla="*/ 6294 h 3576119"/>
              <a:gd name="connsiteX1" fmla="*/ 3092909 w 3092909"/>
              <a:gd name="connsiteY1" fmla="*/ 0 h 3576119"/>
              <a:gd name="connsiteX2" fmla="*/ 3092909 w 3092909"/>
              <a:gd name="connsiteY2" fmla="*/ 3576119 h 3576119"/>
              <a:gd name="connsiteX3" fmla="*/ 0 w 3092909"/>
              <a:gd name="connsiteY3" fmla="*/ 3576119 h 3576119"/>
              <a:gd name="connsiteX4" fmla="*/ 1954632 w 3092909"/>
              <a:gd name="connsiteY4" fmla="*/ 6294 h 3576119"/>
              <a:gd name="connsiteX0" fmla="*/ 1946204 w 3092909"/>
              <a:gd name="connsiteY0" fmla="*/ 6294 h 3576119"/>
              <a:gd name="connsiteX1" fmla="*/ 3092909 w 3092909"/>
              <a:gd name="connsiteY1" fmla="*/ 0 h 3576119"/>
              <a:gd name="connsiteX2" fmla="*/ 3092909 w 3092909"/>
              <a:gd name="connsiteY2" fmla="*/ 3576119 h 3576119"/>
              <a:gd name="connsiteX3" fmla="*/ 0 w 3092909"/>
              <a:gd name="connsiteY3" fmla="*/ 3576119 h 3576119"/>
              <a:gd name="connsiteX4" fmla="*/ 1946204 w 3092909"/>
              <a:gd name="connsiteY4" fmla="*/ 6294 h 3576119"/>
              <a:gd name="connsiteX0" fmla="*/ 1947854 w 3092909"/>
              <a:gd name="connsiteY0" fmla="*/ 1366 h 3576119"/>
              <a:gd name="connsiteX1" fmla="*/ 3092909 w 3092909"/>
              <a:gd name="connsiteY1" fmla="*/ 0 h 3576119"/>
              <a:gd name="connsiteX2" fmla="*/ 3092909 w 3092909"/>
              <a:gd name="connsiteY2" fmla="*/ 3576119 h 3576119"/>
              <a:gd name="connsiteX3" fmla="*/ 0 w 3092909"/>
              <a:gd name="connsiteY3" fmla="*/ 3576119 h 3576119"/>
              <a:gd name="connsiteX4" fmla="*/ 1947854 w 3092909"/>
              <a:gd name="connsiteY4" fmla="*/ 1366 h 3576119"/>
              <a:gd name="connsiteX0" fmla="*/ 1952802 w 3097857"/>
              <a:gd name="connsiteY0" fmla="*/ 1366 h 3576119"/>
              <a:gd name="connsiteX1" fmla="*/ 3097857 w 3097857"/>
              <a:gd name="connsiteY1" fmla="*/ 0 h 3576119"/>
              <a:gd name="connsiteX2" fmla="*/ 3097857 w 3097857"/>
              <a:gd name="connsiteY2" fmla="*/ 3576119 h 3576119"/>
              <a:gd name="connsiteX3" fmla="*/ 0 w 3097857"/>
              <a:gd name="connsiteY3" fmla="*/ 3573655 h 3576119"/>
              <a:gd name="connsiteX4" fmla="*/ 1952802 w 3097857"/>
              <a:gd name="connsiteY4" fmla="*/ 1366 h 3576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7857" h="3576119">
                <a:moveTo>
                  <a:pt x="1952802" y="1366"/>
                </a:moveTo>
                <a:lnTo>
                  <a:pt x="3097857" y="0"/>
                </a:lnTo>
                <a:lnTo>
                  <a:pt x="3097857" y="3576119"/>
                </a:lnTo>
                <a:lnTo>
                  <a:pt x="0" y="3573655"/>
                </a:lnTo>
                <a:lnTo>
                  <a:pt x="1952802" y="1366"/>
                </a:lnTo>
                <a:close/>
              </a:path>
            </a:pathLst>
          </a:cu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cs typeface="Arial" charset="0"/>
            </a:endParaRPr>
          </a:p>
        </p:txBody>
      </p:sp>
      <p:sp>
        <p:nvSpPr>
          <p:cNvPr id="14" name="Title 13">
            <a:extLst>
              <a:ext uri="{FF2B5EF4-FFF2-40B4-BE49-F238E27FC236}">
                <a16:creationId xmlns:a16="http://schemas.microsoft.com/office/drawing/2014/main" id="{EA484BA5-875A-D74A-7BD5-38732DDD1741}"/>
              </a:ext>
            </a:extLst>
          </p:cNvPr>
          <p:cNvSpPr>
            <a:spLocks noGrp="1"/>
          </p:cNvSpPr>
          <p:nvPr>
            <p:ph type="title" hasCustomPrompt="1"/>
          </p:nvPr>
        </p:nvSpPr>
        <p:spPr>
          <a:xfrm>
            <a:off x="412809" y="1166332"/>
            <a:ext cx="4504424" cy="1940767"/>
          </a:xfrm>
        </p:spPr>
        <p:txBody>
          <a:bodyPr/>
          <a:lstStyle/>
          <a:p>
            <a:r>
              <a:rPr lang="en-GB" dirty="0"/>
              <a:t>Click to add</a:t>
            </a:r>
            <a:br>
              <a:rPr lang="en-GB" dirty="0"/>
            </a:br>
            <a:r>
              <a:rPr lang="en-GB" dirty="0"/>
              <a:t>title</a:t>
            </a:r>
            <a:endParaRPr lang="en-US" dirty="0"/>
          </a:p>
        </p:txBody>
      </p:sp>
      <p:sp>
        <p:nvSpPr>
          <p:cNvPr id="16" name="Text Placeholder 15">
            <a:extLst>
              <a:ext uri="{FF2B5EF4-FFF2-40B4-BE49-F238E27FC236}">
                <a16:creationId xmlns:a16="http://schemas.microsoft.com/office/drawing/2014/main" id="{1DE1A2E5-5BB9-B368-9B47-19F102B00180}"/>
              </a:ext>
            </a:extLst>
          </p:cNvPr>
          <p:cNvSpPr>
            <a:spLocks noGrp="1"/>
          </p:cNvSpPr>
          <p:nvPr>
            <p:ph type="body" sz="quarter" idx="10"/>
          </p:nvPr>
        </p:nvSpPr>
        <p:spPr>
          <a:xfrm>
            <a:off x="412809" y="2814615"/>
            <a:ext cx="4052313" cy="731557"/>
          </a:xfrm>
        </p:spPr>
        <p:txBody>
          <a:bodyPr/>
          <a:lstStyle/>
          <a:p>
            <a:pPr lvl="0"/>
            <a:r>
              <a:rPr lang="en-GB" dirty="0"/>
              <a:t>Click to edit Master text styles</a:t>
            </a:r>
          </a:p>
        </p:txBody>
      </p:sp>
      <p:sp>
        <p:nvSpPr>
          <p:cNvPr id="6" name="Footer Placeholder 5">
            <a:extLst>
              <a:ext uri="{FF2B5EF4-FFF2-40B4-BE49-F238E27FC236}">
                <a16:creationId xmlns:a16="http://schemas.microsoft.com/office/drawing/2014/main" id="{F3B75A2F-7632-315E-11A0-5168F3DB2D18}"/>
              </a:ext>
            </a:extLst>
          </p:cNvPr>
          <p:cNvSpPr>
            <a:spLocks noGrp="1"/>
          </p:cNvSpPr>
          <p:nvPr>
            <p:ph type="ftr" sz="quarter" idx="11"/>
          </p:nvPr>
        </p:nvSpPr>
        <p:spPr>
          <a:xfrm>
            <a:off x="412809" y="3554639"/>
            <a:ext cx="3086100" cy="274637"/>
          </a:xfrm>
        </p:spPr>
        <p:txBody>
          <a:bodyPr/>
          <a:lstStyle/>
          <a:p>
            <a:r>
              <a:rPr lang="en-US" dirty="0"/>
              <a:t>Insert date here</a:t>
            </a:r>
          </a:p>
        </p:txBody>
      </p:sp>
      <p:pic>
        <p:nvPicPr>
          <p:cNvPr id="3" name="Picture 2">
            <a:extLst>
              <a:ext uri="{FF2B5EF4-FFF2-40B4-BE49-F238E27FC236}">
                <a16:creationId xmlns:a16="http://schemas.microsoft.com/office/drawing/2014/main" id="{0BAB0C23-A5AF-A8D1-4EC1-8954CFE61806}"/>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2488127" y="0"/>
            <a:ext cx="6655873" cy="5143500"/>
          </a:xfrm>
          <a:custGeom>
            <a:avLst/>
            <a:gdLst>
              <a:gd name="connsiteX0" fmla="*/ 6654625 w 6655873"/>
              <a:gd name="connsiteY0" fmla="*/ 0 h 5143500"/>
              <a:gd name="connsiteX1" fmla="*/ 6655873 w 6655873"/>
              <a:gd name="connsiteY1" fmla="*/ 0 h 5143500"/>
              <a:gd name="connsiteX2" fmla="*/ 6655873 w 6655873"/>
              <a:gd name="connsiteY2" fmla="*/ 5143500 h 5143500"/>
              <a:gd name="connsiteX3" fmla="*/ 0 w 6655873"/>
              <a:gd name="connsiteY3" fmla="*/ 5139956 h 5143500"/>
              <a:gd name="connsiteX4" fmla="*/ 4195676 w 6655873"/>
              <a:gd name="connsiteY4" fmla="*/ 1964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5873" h="5143500">
                <a:moveTo>
                  <a:pt x="6654625" y="0"/>
                </a:moveTo>
                <a:lnTo>
                  <a:pt x="6655873" y="0"/>
                </a:lnTo>
                <a:lnTo>
                  <a:pt x="6655873" y="5143500"/>
                </a:lnTo>
                <a:lnTo>
                  <a:pt x="0" y="5139956"/>
                </a:lnTo>
                <a:lnTo>
                  <a:pt x="4195676" y="1964"/>
                </a:lnTo>
                <a:close/>
              </a:path>
            </a:pathLst>
          </a:custGeom>
        </p:spPr>
      </p:pic>
    </p:spTree>
    <p:extLst>
      <p:ext uri="{BB962C8B-B14F-4D97-AF65-F5344CB8AC3E}">
        <p14:creationId xmlns:p14="http://schemas.microsoft.com/office/powerpoint/2010/main" val="25973585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with Image 1 - Limeston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13">
            <a:extLst>
              <a:ext uri="{FF2B5EF4-FFF2-40B4-BE49-F238E27FC236}">
                <a16:creationId xmlns:a16="http://schemas.microsoft.com/office/drawing/2014/main" id="{AC4FFD99-1A12-7365-A732-1AD2E9BF8B2F}"/>
              </a:ext>
            </a:extLst>
          </p:cNvPr>
          <p:cNvSpPr>
            <a:spLocks noGrp="1"/>
          </p:cNvSpPr>
          <p:nvPr>
            <p:ph type="title" hasCustomPrompt="1"/>
          </p:nvPr>
        </p:nvSpPr>
        <p:spPr>
          <a:xfrm>
            <a:off x="412809" y="1166332"/>
            <a:ext cx="4504424" cy="1940767"/>
          </a:xfrm>
        </p:spPr>
        <p:txBody>
          <a:bodyPr/>
          <a:lstStyle/>
          <a:p>
            <a:r>
              <a:rPr lang="en-GB" dirty="0"/>
              <a:t>Click to add</a:t>
            </a:r>
            <a:br>
              <a:rPr lang="en-GB" dirty="0"/>
            </a:br>
            <a:r>
              <a:rPr lang="en-GB" dirty="0"/>
              <a:t>title</a:t>
            </a:r>
            <a:endParaRPr lang="en-US" dirty="0"/>
          </a:p>
        </p:txBody>
      </p:sp>
      <p:sp>
        <p:nvSpPr>
          <p:cNvPr id="5" name="Text Placeholder 15">
            <a:extLst>
              <a:ext uri="{FF2B5EF4-FFF2-40B4-BE49-F238E27FC236}">
                <a16:creationId xmlns:a16="http://schemas.microsoft.com/office/drawing/2014/main" id="{FDC92CB0-F542-88C1-CCB5-F5AAFD238680}"/>
              </a:ext>
            </a:extLst>
          </p:cNvPr>
          <p:cNvSpPr>
            <a:spLocks noGrp="1"/>
          </p:cNvSpPr>
          <p:nvPr>
            <p:ph type="body" sz="quarter" idx="10"/>
          </p:nvPr>
        </p:nvSpPr>
        <p:spPr>
          <a:xfrm>
            <a:off x="412809" y="2814615"/>
            <a:ext cx="4052313" cy="731557"/>
          </a:xfrm>
        </p:spPr>
        <p:txBody>
          <a:bodyPr/>
          <a:lstStyle/>
          <a:p>
            <a:pPr lvl="0"/>
            <a:r>
              <a:rPr lang="en-GB" dirty="0"/>
              <a:t>Click to edit Master text styles</a:t>
            </a:r>
          </a:p>
        </p:txBody>
      </p:sp>
      <p:sp>
        <p:nvSpPr>
          <p:cNvPr id="6" name="Footer Placeholder 5">
            <a:extLst>
              <a:ext uri="{FF2B5EF4-FFF2-40B4-BE49-F238E27FC236}">
                <a16:creationId xmlns:a16="http://schemas.microsoft.com/office/drawing/2014/main" id="{D1494100-8579-C1B7-5012-34472E8EF335}"/>
              </a:ext>
            </a:extLst>
          </p:cNvPr>
          <p:cNvSpPr>
            <a:spLocks noGrp="1"/>
          </p:cNvSpPr>
          <p:nvPr>
            <p:ph type="ftr" sz="quarter" idx="11"/>
          </p:nvPr>
        </p:nvSpPr>
        <p:spPr>
          <a:xfrm>
            <a:off x="412809" y="3554639"/>
            <a:ext cx="3086100" cy="274637"/>
          </a:xfrm>
        </p:spPr>
        <p:txBody>
          <a:bodyPr/>
          <a:lstStyle/>
          <a:p>
            <a:r>
              <a:rPr lang="en-US" dirty="0"/>
              <a:t>Insert date here</a:t>
            </a:r>
          </a:p>
        </p:txBody>
      </p:sp>
      <p:pic>
        <p:nvPicPr>
          <p:cNvPr id="2" name="Picture 1">
            <a:extLst>
              <a:ext uri="{FF2B5EF4-FFF2-40B4-BE49-F238E27FC236}">
                <a16:creationId xmlns:a16="http://schemas.microsoft.com/office/drawing/2014/main" id="{5D507542-30E2-B297-61C6-8EB8DBFB452E}"/>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2488127" y="0"/>
            <a:ext cx="6655873" cy="5143500"/>
          </a:xfrm>
          <a:custGeom>
            <a:avLst/>
            <a:gdLst>
              <a:gd name="connsiteX0" fmla="*/ 6654625 w 6655873"/>
              <a:gd name="connsiteY0" fmla="*/ 0 h 5143500"/>
              <a:gd name="connsiteX1" fmla="*/ 6655873 w 6655873"/>
              <a:gd name="connsiteY1" fmla="*/ 0 h 5143500"/>
              <a:gd name="connsiteX2" fmla="*/ 6655873 w 6655873"/>
              <a:gd name="connsiteY2" fmla="*/ 5143500 h 5143500"/>
              <a:gd name="connsiteX3" fmla="*/ 0 w 6655873"/>
              <a:gd name="connsiteY3" fmla="*/ 5139956 h 5143500"/>
              <a:gd name="connsiteX4" fmla="*/ 4195676 w 6655873"/>
              <a:gd name="connsiteY4" fmla="*/ 1964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5873" h="5143500">
                <a:moveTo>
                  <a:pt x="6654625" y="0"/>
                </a:moveTo>
                <a:lnTo>
                  <a:pt x="6655873" y="0"/>
                </a:lnTo>
                <a:lnTo>
                  <a:pt x="6655873" y="5143500"/>
                </a:lnTo>
                <a:lnTo>
                  <a:pt x="0" y="5139956"/>
                </a:lnTo>
                <a:lnTo>
                  <a:pt x="4195676" y="1964"/>
                </a:lnTo>
                <a:close/>
              </a:path>
            </a:pathLst>
          </a:custGeom>
        </p:spPr>
      </p:pic>
    </p:spTree>
    <p:extLst>
      <p:ext uri="{BB962C8B-B14F-4D97-AF65-F5344CB8AC3E}">
        <p14:creationId xmlns:p14="http://schemas.microsoft.com/office/powerpoint/2010/main" val="32949704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with Image 2 - Limeston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Title 13">
            <a:extLst>
              <a:ext uri="{FF2B5EF4-FFF2-40B4-BE49-F238E27FC236}">
                <a16:creationId xmlns:a16="http://schemas.microsoft.com/office/drawing/2014/main" id="{AC4FFD99-1A12-7365-A732-1AD2E9BF8B2F}"/>
              </a:ext>
            </a:extLst>
          </p:cNvPr>
          <p:cNvSpPr>
            <a:spLocks noGrp="1"/>
          </p:cNvSpPr>
          <p:nvPr>
            <p:ph type="title" hasCustomPrompt="1"/>
          </p:nvPr>
        </p:nvSpPr>
        <p:spPr>
          <a:xfrm>
            <a:off x="412809" y="1166332"/>
            <a:ext cx="4504424" cy="1940767"/>
          </a:xfrm>
        </p:spPr>
        <p:txBody>
          <a:bodyPr/>
          <a:lstStyle/>
          <a:p>
            <a:r>
              <a:rPr lang="en-GB" dirty="0"/>
              <a:t>Click to add</a:t>
            </a:r>
            <a:br>
              <a:rPr lang="en-GB" dirty="0"/>
            </a:br>
            <a:r>
              <a:rPr lang="en-GB" dirty="0"/>
              <a:t>title</a:t>
            </a:r>
            <a:endParaRPr lang="en-US" dirty="0"/>
          </a:p>
        </p:txBody>
      </p:sp>
      <p:sp>
        <p:nvSpPr>
          <p:cNvPr id="5" name="Text Placeholder 15">
            <a:extLst>
              <a:ext uri="{FF2B5EF4-FFF2-40B4-BE49-F238E27FC236}">
                <a16:creationId xmlns:a16="http://schemas.microsoft.com/office/drawing/2014/main" id="{FDC92CB0-F542-88C1-CCB5-F5AAFD238680}"/>
              </a:ext>
            </a:extLst>
          </p:cNvPr>
          <p:cNvSpPr>
            <a:spLocks noGrp="1"/>
          </p:cNvSpPr>
          <p:nvPr>
            <p:ph type="body" sz="quarter" idx="10"/>
          </p:nvPr>
        </p:nvSpPr>
        <p:spPr>
          <a:xfrm>
            <a:off x="412809" y="2814615"/>
            <a:ext cx="4052313" cy="731557"/>
          </a:xfrm>
        </p:spPr>
        <p:txBody>
          <a:bodyPr/>
          <a:lstStyle/>
          <a:p>
            <a:pPr lvl="0"/>
            <a:r>
              <a:rPr lang="en-GB" dirty="0"/>
              <a:t>Click to edit Master text styles</a:t>
            </a:r>
          </a:p>
        </p:txBody>
      </p:sp>
      <p:sp>
        <p:nvSpPr>
          <p:cNvPr id="6" name="Footer Placeholder 5">
            <a:extLst>
              <a:ext uri="{FF2B5EF4-FFF2-40B4-BE49-F238E27FC236}">
                <a16:creationId xmlns:a16="http://schemas.microsoft.com/office/drawing/2014/main" id="{D1494100-8579-C1B7-5012-34472E8EF335}"/>
              </a:ext>
            </a:extLst>
          </p:cNvPr>
          <p:cNvSpPr>
            <a:spLocks noGrp="1"/>
          </p:cNvSpPr>
          <p:nvPr>
            <p:ph type="ftr" sz="quarter" idx="11"/>
          </p:nvPr>
        </p:nvSpPr>
        <p:spPr>
          <a:xfrm>
            <a:off x="412809" y="3554639"/>
            <a:ext cx="3086100" cy="274637"/>
          </a:xfrm>
        </p:spPr>
        <p:txBody>
          <a:bodyPr/>
          <a:lstStyle/>
          <a:p>
            <a:r>
              <a:rPr lang="en-US" dirty="0"/>
              <a:t>Insert date here</a:t>
            </a:r>
          </a:p>
        </p:txBody>
      </p:sp>
      <p:pic>
        <p:nvPicPr>
          <p:cNvPr id="3" name="Picture 2">
            <a:extLst>
              <a:ext uri="{FF2B5EF4-FFF2-40B4-BE49-F238E27FC236}">
                <a16:creationId xmlns:a16="http://schemas.microsoft.com/office/drawing/2014/main" id="{86C618A1-8600-E626-195F-683E14165970}"/>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2488127" y="0"/>
            <a:ext cx="6655873" cy="5143500"/>
          </a:xfrm>
          <a:custGeom>
            <a:avLst/>
            <a:gdLst>
              <a:gd name="connsiteX0" fmla="*/ 6654625 w 6655873"/>
              <a:gd name="connsiteY0" fmla="*/ 0 h 5143500"/>
              <a:gd name="connsiteX1" fmla="*/ 6655873 w 6655873"/>
              <a:gd name="connsiteY1" fmla="*/ 0 h 5143500"/>
              <a:gd name="connsiteX2" fmla="*/ 6655873 w 6655873"/>
              <a:gd name="connsiteY2" fmla="*/ 5143500 h 5143500"/>
              <a:gd name="connsiteX3" fmla="*/ 0 w 6655873"/>
              <a:gd name="connsiteY3" fmla="*/ 5139956 h 5143500"/>
              <a:gd name="connsiteX4" fmla="*/ 4195676 w 6655873"/>
              <a:gd name="connsiteY4" fmla="*/ 1964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5873" h="5143500">
                <a:moveTo>
                  <a:pt x="6654625" y="0"/>
                </a:moveTo>
                <a:lnTo>
                  <a:pt x="6655873" y="0"/>
                </a:lnTo>
                <a:lnTo>
                  <a:pt x="6655873" y="5143500"/>
                </a:lnTo>
                <a:lnTo>
                  <a:pt x="0" y="5139956"/>
                </a:lnTo>
                <a:lnTo>
                  <a:pt x="4195676" y="1964"/>
                </a:lnTo>
                <a:close/>
              </a:path>
            </a:pathLst>
          </a:custGeom>
        </p:spPr>
      </p:pic>
    </p:spTree>
    <p:extLst>
      <p:ext uri="{BB962C8B-B14F-4D97-AF65-F5344CB8AC3E}">
        <p14:creationId xmlns:p14="http://schemas.microsoft.com/office/powerpoint/2010/main" val="2382553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no Image – Whit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 Placeholder 15">
            <a:extLst>
              <a:ext uri="{FF2B5EF4-FFF2-40B4-BE49-F238E27FC236}">
                <a16:creationId xmlns:a16="http://schemas.microsoft.com/office/drawing/2014/main" id="{F9CFD129-1E84-D3A9-D2DF-2DEC99059581}"/>
              </a:ext>
            </a:extLst>
          </p:cNvPr>
          <p:cNvSpPr>
            <a:spLocks noGrp="1"/>
          </p:cNvSpPr>
          <p:nvPr>
            <p:ph type="body" sz="quarter" idx="10"/>
          </p:nvPr>
        </p:nvSpPr>
        <p:spPr>
          <a:xfrm>
            <a:off x="412809" y="2814616"/>
            <a:ext cx="3802931" cy="731556"/>
          </a:xfrm>
        </p:spPr>
        <p:txBody>
          <a:bodyPr/>
          <a:lstStyle/>
          <a:p>
            <a:pPr lvl="0"/>
            <a:r>
              <a:rPr lang="en-GB" dirty="0"/>
              <a:t>Click to edit Master text styles</a:t>
            </a:r>
          </a:p>
        </p:txBody>
      </p:sp>
      <p:sp>
        <p:nvSpPr>
          <p:cNvPr id="7" name="Title 13">
            <a:extLst>
              <a:ext uri="{FF2B5EF4-FFF2-40B4-BE49-F238E27FC236}">
                <a16:creationId xmlns:a16="http://schemas.microsoft.com/office/drawing/2014/main" id="{44332F21-7BDB-D056-0E1A-62F4BF7005B4}"/>
              </a:ext>
            </a:extLst>
          </p:cNvPr>
          <p:cNvSpPr>
            <a:spLocks noGrp="1"/>
          </p:cNvSpPr>
          <p:nvPr>
            <p:ph type="title" hasCustomPrompt="1"/>
          </p:nvPr>
        </p:nvSpPr>
        <p:spPr>
          <a:xfrm>
            <a:off x="412809" y="1166332"/>
            <a:ext cx="4504424" cy="1940767"/>
          </a:xfrm>
        </p:spPr>
        <p:txBody>
          <a:bodyPr/>
          <a:lstStyle/>
          <a:p>
            <a:r>
              <a:rPr lang="en-GB" dirty="0"/>
              <a:t>Click to add</a:t>
            </a:r>
            <a:br>
              <a:rPr lang="en-GB" dirty="0"/>
            </a:br>
            <a:r>
              <a:rPr lang="en-GB" dirty="0"/>
              <a:t>title</a:t>
            </a:r>
            <a:endParaRPr lang="en-US" dirty="0"/>
          </a:p>
        </p:txBody>
      </p:sp>
      <p:sp>
        <p:nvSpPr>
          <p:cNvPr id="2" name="Footer Placeholder 1">
            <a:extLst>
              <a:ext uri="{FF2B5EF4-FFF2-40B4-BE49-F238E27FC236}">
                <a16:creationId xmlns:a16="http://schemas.microsoft.com/office/drawing/2014/main" id="{47D80D1E-EA32-17FA-B65B-28148F89D0F6}"/>
              </a:ext>
            </a:extLst>
          </p:cNvPr>
          <p:cNvSpPr>
            <a:spLocks noGrp="1"/>
          </p:cNvSpPr>
          <p:nvPr>
            <p:ph type="ftr" sz="quarter" idx="11"/>
          </p:nvPr>
        </p:nvSpPr>
        <p:spPr>
          <a:xfrm>
            <a:off x="412809" y="3558914"/>
            <a:ext cx="3086100" cy="274637"/>
          </a:xfrm>
        </p:spPr>
        <p:txBody>
          <a:bodyPr/>
          <a:lstStyle/>
          <a:p>
            <a:r>
              <a:rPr lang="en-US"/>
              <a:t>Insert date here</a:t>
            </a:r>
            <a:endParaRPr lang="en-US" dirty="0"/>
          </a:p>
        </p:txBody>
      </p:sp>
    </p:spTree>
    <p:extLst>
      <p:ext uri="{BB962C8B-B14F-4D97-AF65-F5344CB8AC3E}">
        <p14:creationId xmlns:p14="http://schemas.microsoft.com/office/powerpoint/2010/main" val="26507856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ver with Image 1 - Dark Blu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1DE1A2E5-5BB9-B368-9B47-19F102B00180}"/>
              </a:ext>
            </a:extLst>
          </p:cNvPr>
          <p:cNvSpPr>
            <a:spLocks noGrp="1"/>
          </p:cNvSpPr>
          <p:nvPr>
            <p:ph type="body" sz="quarter" idx="10"/>
          </p:nvPr>
        </p:nvSpPr>
        <p:spPr>
          <a:xfrm>
            <a:off x="412809" y="2814616"/>
            <a:ext cx="3363544" cy="731294"/>
          </a:xfrm>
        </p:spPr>
        <p:txBody>
          <a:bodyPr/>
          <a:lstStyle/>
          <a:p>
            <a:pPr lvl="0"/>
            <a:r>
              <a:rPr lang="en-GB" dirty="0"/>
              <a:t>Click to edit Master text styles</a:t>
            </a:r>
          </a:p>
        </p:txBody>
      </p:sp>
      <p:sp>
        <p:nvSpPr>
          <p:cNvPr id="4" name="Title 13">
            <a:extLst>
              <a:ext uri="{FF2B5EF4-FFF2-40B4-BE49-F238E27FC236}">
                <a16:creationId xmlns:a16="http://schemas.microsoft.com/office/drawing/2014/main" id="{1FE1432D-80F7-39A3-2A49-5A677497981A}"/>
              </a:ext>
            </a:extLst>
          </p:cNvPr>
          <p:cNvSpPr>
            <a:spLocks noGrp="1"/>
          </p:cNvSpPr>
          <p:nvPr>
            <p:ph type="title" hasCustomPrompt="1"/>
          </p:nvPr>
        </p:nvSpPr>
        <p:spPr>
          <a:xfrm>
            <a:off x="412809" y="1166332"/>
            <a:ext cx="4504424" cy="1940767"/>
          </a:xfrm>
        </p:spPr>
        <p:txBody>
          <a:bodyPr/>
          <a:lstStyle/>
          <a:p>
            <a:r>
              <a:rPr lang="en-GB" dirty="0"/>
              <a:t>Click to add</a:t>
            </a:r>
            <a:br>
              <a:rPr lang="en-GB" dirty="0"/>
            </a:br>
            <a:r>
              <a:rPr lang="en-GB" dirty="0"/>
              <a:t>title</a:t>
            </a:r>
            <a:endParaRPr lang="en-US" dirty="0"/>
          </a:p>
        </p:txBody>
      </p:sp>
      <p:sp>
        <p:nvSpPr>
          <p:cNvPr id="8" name="Footer Placeholder 7">
            <a:extLst>
              <a:ext uri="{FF2B5EF4-FFF2-40B4-BE49-F238E27FC236}">
                <a16:creationId xmlns:a16="http://schemas.microsoft.com/office/drawing/2014/main" id="{0C25AB7B-2AA9-D336-C88A-AEC55A597F0E}"/>
              </a:ext>
            </a:extLst>
          </p:cNvPr>
          <p:cNvSpPr>
            <a:spLocks noGrp="1"/>
          </p:cNvSpPr>
          <p:nvPr>
            <p:ph type="ftr" sz="quarter" idx="11"/>
          </p:nvPr>
        </p:nvSpPr>
        <p:spPr>
          <a:xfrm>
            <a:off x="412809" y="3554808"/>
            <a:ext cx="3086100" cy="274637"/>
          </a:xfrm>
        </p:spPr>
        <p:txBody>
          <a:bodyPr/>
          <a:lstStyle/>
          <a:p>
            <a:r>
              <a:rPr lang="en-US"/>
              <a:t>Insert date here</a:t>
            </a:r>
            <a:endParaRPr lang="en-US" dirty="0"/>
          </a:p>
        </p:txBody>
      </p:sp>
      <p:pic>
        <p:nvPicPr>
          <p:cNvPr id="2" name="Picture 1">
            <a:extLst>
              <a:ext uri="{FF2B5EF4-FFF2-40B4-BE49-F238E27FC236}">
                <a16:creationId xmlns:a16="http://schemas.microsoft.com/office/drawing/2014/main" id="{86CEB181-0AF5-EF72-2A45-2C35601557A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2488127" y="0"/>
            <a:ext cx="6655873" cy="5143500"/>
          </a:xfrm>
          <a:custGeom>
            <a:avLst/>
            <a:gdLst>
              <a:gd name="connsiteX0" fmla="*/ 6654625 w 6655873"/>
              <a:gd name="connsiteY0" fmla="*/ 0 h 5143500"/>
              <a:gd name="connsiteX1" fmla="*/ 6655873 w 6655873"/>
              <a:gd name="connsiteY1" fmla="*/ 0 h 5143500"/>
              <a:gd name="connsiteX2" fmla="*/ 6655873 w 6655873"/>
              <a:gd name="connsiteY2" fmla="*/ 5143500 h 5143500"/>
              <a:gd name="connsiteX3" fmla="*/ 0 w 6655873"/>
              <a:gd name="connsiteY3" fmla="*/ 5139956 h 5143500"/>
              <a:gd name="connsiteX4" fmla="*/ 4195676 w 6655873"/>
              <a:gd name="connsiteY4" fmla="*/ 1964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5873" h="5143500">
                <a:moveTo>
                  <a:pt x="6654625" y="0"/>
                </a:moveTo>
                <a:lnTo>
                  <a:pt x="6655873" y="0"/>
                </a:lnTo>
                <a:lnTo>
                  <a:pt x="6655873" y="5143500"/>
                </a:lnTo>
                <a:lnTo>
                  <a:pt x="0" y="5139956"/>
                </a:lnTo>
                <a:lnTo>
                  <a:pt x="4195676" y="1964"/>
                </a:lnTo>
                <a:close/>
              </a:path>
            </a:pathLst>
          </a:custGeom>
        </p:spPr>
      </p:pic>
    </p:spTree>
    <p:extLst>
      <p:ext uri="{BB962C8B-B14F-4D97-AF65-F5344CB8AC3E}">
        <p14:creationId xmlns:p14="http://schemas.microsoft.com/office/powerpoint/2010/main" val="16938696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ver with Image 2 - Dark Blu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1DE1A2E5-5BB9-B368-9B47-19F102B00180}"/>
              </a:ext>
            </a:extLst>
          </p:cNvPr>
          <p:cNvSpPr>
            <a:spLocks noGrp="1"/>
          </p:cNvSpPr>
          <p:nvPr>
            <p:ph type="body" sz="quarter" idx="10"/>
          </p:nvPr>
        </p:nvSpPr>
        <p:spPr>
          <a:xfrm>
            <a:off x="412809" y="2814616"/>
            <a:ext cx="3363544" cy="731294"/>
          </a:xfrm>
        </p:spPr>
        <p:txBody>
          <a:bodyPr/>
          <a:lstStyle/>
          <a:p>
            <a:pPr lvl="0"/>
            <a:r>
              <a:rPr lang="en-GB" dirty="0"/>
              <a:t>Click to edit Master text styles</a:t>
            </a:r>
          </a:p>
        </p:txBody>
      </p:sp>
      <p:sp>
        <p:nvSpPr>
          <p:cNvPr id="4" name="Title 13">
            <a:extLst>
              <a:ext uri="{FF2B5EF4-FFF2-40B4-BE49-F238E27FC236}">
                <a16:creationId xmlns:a16="http://schemas.microsoft.com/office/drawing/2014/main" id="{1FE1432D-80F7-39A3-2A49-5A677497981A}"/>
              </a:ext>
            </a:extLst>
          </p:cNvPr>
          <p:cNvSpPr>
            <a:spLocks noGrp="1"/>
          </p:cNvSpPr>
          <p:nvPr>
            <p:ph type="title" hasCustomPrompt="1"/>
          </p:nvPr>
        </p:nvSpPr>
        <p:spPr>
          <a:xfrm>
            <a:off x="412809" y="1166332"/>
            <a:ext cx="4504424" cy="1940767"/>
          </a:xfrm>
        </p:spPr>
        <p:txBody>
          <a:bodyPr/>
          <a:lstStyle/>
          <a:p>
            <a:r>
              <a:rPr lang="en-GB" dirty="0"/>
              <a:t>Click to add</a:t>
            </a:r>
            <a:br>
              <a:rPr lang="en-GB" dirty="0"/>
            </a:br>
            <a:r>
              <a:rPr lang="en-GB" dirty="0"/>
              <a:t>title</a:t>
            </a:r>
            <a:endParaRPr lang="en-US" dirty="0"/>
          </a:p>
        </p:txBody>
      </p:sp>
      <p:sp>
        <p:nvSpPr>
          <p:cNvPr id="8" name="Footer Placeholder 7">
            <a:extLst>
              <a:ext uri="{FF2B5EF4-FFF2-40B4-BE49-F238E27FC236}">
                <a16:creationId xmlns:a16="http://schemas.microsoft.com/office/drawing/2014/main" id="{0C25AB7B-2AA9-D336-C88A-AEC55A597F0E}"/>
              </a:ext>
            </a:extLst>
          </p:cNvPr>
          <p:cNvSpPr>
            <a:spLocks noGrp="1"/>
          </p:cNvSpPr>
          <p:nvPr>
            <p:ph type="ftr" sz="quarter" idx="11"/>
          </p:nvPr>
        </p:nvSpPr>
        <p:spPr>
          <a:xfrm>
            <a:off x="412809" y="3554808"/>
            <a:ext cx="3086100" cy="274637"/>
          </a:xfrm>
        </p:spPr>
        <p:txBody>
          <a:bodyPr/>
          <a:lstStyle/>
          <a:p>
            <a:r>
              <a:rPr lang="en-US"/>
              <a:t>Insert date here</a:t>
            </a:r>
            <a:endParaRPr lang="en-US" dirty="0"/>
          </a:p>
        </p:txBody>
      </p:sp>
      <p:pic>
        <p:nvPicPr>
          <p:cNvPr id="3" name="Picture 2">
            <a:extLst>
              <a:ext uri="{FF2B5EF4-FFF2-40B4-BE49-F238E27FC236}">
                <a16:creationId xmlns:a16="http://schemas.microsoft.com/office/drawing/2014/main" id="{FED10C91-63B5-45A6-4BB2-054D1F16B64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2488127" y="0"/>
            <a:ext cx="6655873" cy="5143500"/>
          </a:xfrm>
          <a:custGeom>
            <a:avLst/>
            <a:gdLst>
              <a:gd name="connsiteX0" fmla="*/ 6654625 w 6655873"/>
              <a:gd name="connsiteY0" fmla="*/ 0 h 5143500"/>
              <a:gd name="connsiteX1" fmla="*/ 6655873 w 6655873"/>
              <a:gd name="connsiteY1" fmla="*/ 0 h 5143500"/>
              <a:gd name="connsiteX2" fmla="*/ 6655873 w 6655873"/>
              <a:gd name="connsiteY2" fmla="*/ 5143500 h 5143500"/>
              <a:gd name="connsiteX3" fmla="*/ 0 w 6655873"/>
              <a:gd name="connsiteY3" fmla="*/ 5139956 h 5143500"/>
              <a:gd name="connsiteX4" fmla="*/ 4195676 w 6655873"/>
              <a:gd name="connsiteY4" fmla="*/ 1964 h 5143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5873" h="5143500">
                <a:moveTo>
                  <a:pt x="6654625" y="0"/>
                </a:moveTo>
                <a:lnTo>
                  <a:pt x="6655873" y="0"/>
                </a:lnTo>
                <a:lnTo>
                  <a:pt x="6655873" y="5143500"/>
                </a:lnTo>
                <a:lnTo>
                  <a:pt x="0" y="5139956"/>
                </a:lnTo>
                <a:lnTo>
                  <a:pt x="4195676" y="1964"/>
                </a:lnTo>
                <a:close/>
              </a:path>
            </a:pathLst>
          </a:custGeom>
        </p:spPr>
      </p:pic>
    </p:spTree>
    <p:extLst>
      <p:ext uri="{BB962C8B-B14F-4D97-AF65-F5344CB8AC3E}">
        <p14:creationId xmlns:p14="http://schemas.microsoft.com/office/powerpoint/2010/main" val="41274620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no Image – Bright Blu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 Placeholder 15">
            <a:extLst>
              <a:ext uri="{FF2B5EF4-FFF2-40B4-BE49-F238E27FC236}">
                <a16:creationId xmlns:a16="http://schemas.microsoft.com/office/drawing/2014/main" id="{B28D05E4-9E0C-8925-BA90-CAC43ADCD2C2}"/>
              </a:ext>
            </a:extLst>
          </p:cNvPr>
          <p:cNvSpPr>
            <a:spLocks noGrp="1"/>
          </p:cNvSpPr>
          <p:nvPr>
            <p:ph type="body" sz="quarter" idx="10"/>
          </p:nvPr>
        </p:nvSpPr>
        <p:spPr>
          <a:xfrm>
            <a:off x="412809" y="2814616"/>
            <a:ext cx="4186238" cy="731294"/>
          </a:xfrm>
        </p:spPr>
        <p:txBody>
          <a:bodyPr>
            <a:noAutofit/>
          </a:bodyPr>
          <a:lstStyle>
            <a:lvl1pPr>
              <a:defRPr sz="2200">
                <a:solidFill>
                  <a:schemeClr val="bg1"/>
                </a:solidFill>
              </a:defRPr>
            </a:lvl1pPr>
          </a:lstStyle>
          <a:p>
            <a:pPr lvl="0"/>
            <a:r>
              <a:rPr lang="en-GB" dirty="0"/>
              <a:t>Click to edit Master text styles</a:t>
            </a:r>
          </a:p>
        </p:txBody>
      </p:sp>
      <p:sp>
        <p:nvSpPr>
          <p:cNvPr id="7" name="Title 13">
            <a:extLst>
              <a:ext uri="{FF2B5EF4-FFF2-40B4-BE49-F238E27FC236}">
                <a16:creationId xmlns:a16="http://schemas.microsoft.com/office/drawing/2014/main" id="{4E81525E-3A88-AAC3-269E-4286D3653F42}"/>
              </a:ext>
            </a:extLst>
          </p:cNvPr>
          <p:cNvSpPr>
            <a:spLocks noGrp="1"/>
          </p:cNvSpPr>
          <p:nvPr>
            <p:ph type="title" hasCustomPrompt="1"/>
          </p:nvPr>
        </p:nvSpPr>
        <p:spPr>
          <a:xfrm>
            <a:off x="412809" y="1166332"/>
            <a:ext cx="4504424" cy="1940767"/>
          </a:xfrm>
        </p:spPr>
        <p:txBody>
          <a:bodyPr/>
          <a:lstStyle/>
          <a:p>
            <a:r>
              <a:rPr lang="en-GB" dirty="0"/>
              <a:t>Click to add</a:t>
            </a:r>
            <a:br>
              <a:rPr lang="en-GB" dirty="0"/>
            </a:br>
            <a:r>
              <a:rPr lang="en-GB" dirty="0"/>
              <a:t>title</a:t>
            </a:r>
            <a:endParaRPr lang="en-US" dirty="0"/>
          </a:p>
        </p:txBody>
      </p:sp>
      <p:sp>
        <p:nvSpPr>
          <p:cNvPr id="2" name="Footer Placeholder 1">
            <a:extLst>
              <a:ext uri="{FF2B5EF4-FFF2-40B4-BE49-F238E27FC236}">
                <a16:creationId xmlns:a16="http://schemas.microsoft.com/office/drawing/2014/main" id="{0C87AC02-C287-EB33-BDB2-24EC576885C1}"/>
              </a:ext>
            </a:extLst>
          </p:cNvPr>
          <p:cNvSpPr>
            <a:spLocks noGrp="1"/>
          </p:cNvSpPr>
          <p:nvPr>
            <p:ph type="ftr" sz="quarter" idx="11"/>
          </p:nvPr>
        </p:nvSpPr>
        <p:spPr>
          <a:xfrm>
            <a:off x="412809" y="3554377"/>
            <a:ext cx="3086100" cy="274637"/>
          </a:xfrm>
        </p:spPr>
        <p:txBody>
          <a:bodyPr/>
          <a:lstStyle/>
          <a:p>
            <a:r>
              <a:rPr lang="en-US"/>
              <a:t>Insert date here</a:t>
            </a:r>
            <a:endParaRPr lang="en-US" dirty="0"/>
          </a:p>
        </p:txBody>
      </p:sp>
    </p:spTree>
    <p:extLst>
      <p:ext uri="{BB962C8B-B14F-4D97-AF65-F5344CB8AC3E}">
        <p14:creationId xmlns:p14="http://schemas.microsoft.com/office/powerpoint/2010/main" val="10239052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ver no Image – Dark Blue">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 Placeholder 15">
            <a:extLst>
              <a:ext uri="{FF2B5EF4-FFF2-40B4-BE49-F238E27FC236}">
                <a16:creationId xmlns:a16="http://schemas.microsoft.com/office/drawing/2014/main" id="{1D9FD767-AE4F-7D27-092F-2BE70CAFFB39}"/>
              </a:ext>
            </a:extLst>
          </p:cNvPr>
          <p:cNvSpPr>
            <a:spLocks noGrp="1"/>
          </p:cNvSpPr>
          <p:nvPr>
            <p:ph type="body" sz="quarter" idx="10"/>
          </p:nvPr>
        </p:nvSpPr>
        <p:spPr>
          <a:xfrm>
            <a:off x="412809" y="2814616"/>
            <a:ext cx="3367605" cy="731294"/>
          </a:xfrm>
        </p:spPr>
        <p:txBody>
          <a:bodyPr>
            <a:noAutofit/>
          </a:bodyPr>
          <a:lstStyle>
            <a:lvl1pPr>
              <a:defRPr sz="2200">
                <a:solidFill>
                  <a:schemeClr val="bg1"/>
                </a:solidFill>
              </a:defRPr>
            </a:lvl1pPr>
          </a:lstStyle>
          <a:p>
            <a:pPr lvl="0"/>
            <a:r>
              <a:rPr lang="en-GB" dirty="0"/>
              <a:t>Click to edit Master text styles</a:t>
            </a:r>
          </a:p>
        </p:txBody>
      </p:sp>
      <p:sp>
        <p:nvSpPr>
          <p:cNvPr id="7" name="Title 13">
            <a:extLst>
              <a:ext uri="{FF2B5EF4-FFF2-40B4-BE49-F238E27FC236}">
                <a16:creationId xmlns:a16="http://schemas.microsoft.com/office/drawing/2014/main" id="{73449B55-E9E7-5A13-D626-B9512C83B669}"/>
              </a:ext>
            </a:extLst>
          </p:cNvPr>
          <p:cNvSpPr>
            <a:spLocks noGrp="1"/>
          </p:cNvSpPr>
          <p:nvPr>
            <p:ph type="title" hasCustomPrompt="1"/>
          </p:nvPr>
        </p:nvSpPr>
        <p:spPr>
          <a:xfrm>
            <a:off x="412809" y="1166332"/>
            <a:ext cx="4504424" cy="1940767"/>
          </a:xfrm>
        </p:spPr>
        <p:txBody>
          <a:bodyPr/>
          <a:lstStyle/>
          <a:p>
            <a:r>
              <a:rPr lang="en-GB" dirty="0"/>
              <a:t>Click to add</a:t>
            </a:r>
            <a:br>
              <a:rPr lang="en-GB" dirty="0"/>
            </a:br>
            <a:r>
              <a:rPr lang="en-GB" dirty="0"/>
              <a:t>title</a:t>
            </a:r>
            <a:endParaRPr lang="en-US" dirty="0"/>
          </a:p>
        </p:txBody>
      </p:sp>
      <p:sp>
        <p:nvSpPr>
          <p:cNvPr id="2" name="Footer Placeholder 1">
            <a:extLst>
              <a:ext uri="{FF2B5EF4-FFF2-40B4-BE49-F238E27FC236}">
                <a16:creationId xmlns:a16="http://schemas.microsoft.com/office/drawing/2014/main" id="{AD38AF3E-A738-AA06-896A-BB7CE91D14E3}"/>
              </a:ext>
            </a:extLst>
          </p:cNvPr>
          <p:cNvSpPr>
            <a:spLocks noGrp="1"/>
          </p:cNvSpPr>
          <p:nvPr>
            <p:ph type="ftr" sz="quarter" idx="11"/>
          </p:nvPr>
        </p:nvSpPr>
        <p:spPr>
          <a:xfrm>
            <a:off x="412809" y="3556891"/>
            <a:ext cx="3086100" cy="274637"/>
          </a:xfrm>
        </p:spPr>
        <p:txBody>
          <a:bodyPr/>
          <a:lstStyle/>
          <a:p>
            <a:r>
              <a:rPr lang="en-US" dirty="0"/>
              <a:t>Insert date here</a:t>
            </a:r>
          </a:p>
        </p:txBody>
      </p:sp>
    </p:spTree>
    <p:extLst>
      <p:ext uri="{BB962C8B-B14F-4D97-AF65-F5344CB8AC3E}">
        <p14:creationId xmlns:p14="http://schemas.microsoft.com/office/powerpoint/2010/main" val="1118543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heme" Target="../theme/theme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theme" Target="../theme/theme4.xml"/><Relationship Id="rId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Text Box 17"/>
          <p:cNvSpPr txBox="1">
            <a:spLocks noChangeArrowheads="1"/>
          </p:cNvSpPr>
          <p:nvPr/>
        </p:nvSpPr>
        <p:spPr bwMode="auto">
          <a:xfrm>
            <a:off x="2971800" y="290514"/>
            <a:ext cx="3200400" cy="461665"/>
          </a:xfrm>
          <a:prstGeom prst="rect">
            <a:avLst/>
          </a:prstGeom>
          <a:noFill/>
          <a:ln w="9525">
            <a:noFill/>
            <a:miter lim="800000"/>
            <a:headEnd/>
            <a:tailEnd/>
          </a:ln>
        </p:spPr>
        <p:txBody>
          <a:bodyPr>
            <a:spAutoFit/>
          </a:bodyPr>
          <a:lstStyle/>
          <a:p>
            <a:pPr algn="ctr">
              <a:spcBef>
                <a:spcPct val="50000"/>
              </a:spcBef>
              <a:defRPr/>
            </a:pPr>
            <a:endParaRPr lang="en-US">
              <a:solidFill>
                <a:schemeClr val="bg1"/>
              </a:solidFill>
            </a:endParaRPr>
          </a:p>
        </p:txBody>
      </p:sp>
      <p:sp>
        <p:nvSpPr>
          <p:cNvPr id="2" name="Title Placeholder 1">
            <a:extLst>
              <a:ext uri="{FF2B5EF4-FFF2-40B4-BE49-F238E27FC236}">
                <a16:creationId xmlns:a16="http://schemas.microsoft.com/office/drawing/2014/main" id="{19CBB730-96BC-DAF5-7747-B3407F714FB6}"/>
              </a:ext>
            </a:extLst>
          </p:cNvPr>
          <p:cNvSpPr>
            <a:spLocks noGrp="1"/>
          </p:cNvSpPr>
          <p:nvPr>
            <p:ph type="title"/>
          </p:nvPr>
        </p:nvSpPr>
        <p:spPr>
          <a:xfrm>
            <a:off x="416217" y="171520"/>
            <a:ext cx="7886700" cy="461665"/>
          </a:xfrm>
          <a:prstGeom prst="rect">
            <a:avLst/>
          </a:prstGeom>
        </p:spPr>
        <p:txBody>
          <a:bodyPr vert="horz" lIns="91440" tIns="45720" rIns="91440" bIns="4572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4EDBFE83-9705-00DD-1DD1-27D362C1C69B}"/>
              </a:ext>
            </a:extLst>
          </p:cNvPr>
          <p:cNvSpPr>
            <a:spLocks noGrp="1"/>
          </p:cNvSpPr>
          <p:nvPr>
            <p:ph type="body" idx="1"/>
          </p:nvPr>
        </p:nvSpPr>
        <p:spPr>
          <a:xfrm>
            <a:off x="416217" y="1072389"/>
            <a:ext cx="7886700" cy="326231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Footer Placeholder 13">
            <a:extLst>
              <a:ext uri="{FF2B5EF4-FFF2-40B4-BE49-F238E27FC236}">
                <a16:creationId xmlns:a16="http://schemas.microsoft.com/office/drawing/2014/main" id="{8EE0B90A-D564-CD99-7A5C-25B9544D82C1}"/>
              </a:ext>
            </a:extLst>
          </p:cNvPr>
          <p:cNvSpPr>
            <a:spLocks noGrp="1"/>
          </p:cNvSpPr>
          <p:nvPr>
            <p:ph type="ftr" sz="quarter" idx="3"/>
          </p:nvPr>
        </p:nvSpPr>
        <p:spPr>
          <a:xfrm>
            <a:off x="8248269" y="4729559"/>
            <a:ext cx="455872" cy="274637"/>
          </a:xfrm>
          <a:prstGeom prst="rect">
            <a:avLst/>
          </a:prstGeom>
        </p:spPr>
        <p:txBody>
          <a:bodyPr vert="horz" lIns="91440" tIns="45720" rIns="91440" bIns="45720" rtlCol="0" anchor="ctr"/>
          <a:lstStyle>
            <a:lvl1pPr algn="r">
              <a:defRPr sz="800">
                <a:solidFill>
                  <a:schemeClr val="tx1"/>
                </a:solidFill>
                <a:latin typeface="Roboto Serif 20pt" pitchFamily="2" charset="77"/>
                <a:cs typeface="Roboto Serif 20pt" pitchFamily="2" charset="77"/>
              </a:defRPr>
            </a:lvl1pPr>
          </a:lstStyle>
          <a:p>
            <a:fld id="{C3F62AED-D9F3-3244-98A0-8AC49C77FEC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50" r:id="rId1"/>
    <p:sldLayoutId id="2147483667" r:id="rId2"/>
    <p:sldLayoutId id="2147483668" r:id="rId3"/>
    <p:sldLayoutId id="2147483666" r:id="rId4"/>
    <p:sldLayoutId id="2147483661" r:id="rId5"/>
    <p:sldLayoutId id="2147483651" r:id="rId6"/>
    <p:sldLayoutId id="2147483659" r:id="rId7"/>
    <p:sldLayoutId id="2147483660" r:id="rId8"/>
    <p:sldLayoutId id="2147483702" r:id="rId9"/>
    <p:sldLayoutId id="2147483704" r:id="rId10"/>
  </p:sldLayoutIdLst>
  <p:transition/>
  <p:hf hdr="0" dt="0"/>
  <p:txStyles>
    <p:titleStyle>
      <a:lvl1pPr algn="l" rtl="0" eaLnBrk="1" fontAlgn="base" hangingPunct="1">
        <a:spcBef>
          <a:spcPct val="0"/>
        </a:spcBef>
        <a:spcAft>
          <a:spcPct val="0"/>
        </a:spcAft>
        <a:defRPr sz="2700" b="1">
          <a:solidFill>
            <a:srgbClr val="140F50"/>
          </a:solidFill>
          <a:latin typeface="National 2 Condensed" panose="020B0506030502020203" pitchFamily="34" charset="77"/>
          <a:ea typeface="National 2 Condensed" panose="020B0506030502020203" pitchFamily="34" charset="77"/>
          <a:cs typeface="+mj-cs"/>
        </a:defRPr>
      </a:lvl1pPr>
      <a:lvl2pPr algn="ctr" rtl="0" eaLnBrk="1" fontAlgn="base" hangingPunct="1">
        <a:spcBef>
          <a:spcPct val="0"/>
        </a:spcBef>
        <a:spcAft>
          <a:spcPct val="0"/>
        </a:spcAft>
        <a:defRPr sz="4400">
          <a:solidFill>
            <a:schemeClr val="tx2"/>
          </a:solidFill>
          <a:latin typeface="Arial" charset="0"/>
          <a:ea typeface="Arial" pitchFamily="-65" charset="0"/>
          <a:cs typeface="Arial" charset="0"/>
        </a:defRPr>
      </a:lvl2pPr>
      <a:lvl3pPr algn="ctr" rtl="0" eaLnBrk="1" fontAlgn="base" hangingPunct="1">
        <a:spcBef>
          <a:spcPct val="0"/>
        </a:spcBef>
        <a:spcAft>
          <a:spcPct val="0"/>
        </a:spcAft>
        <a:defRPr sz="4400">
          <a:solidFill>
            <a:schemeClr val="tx2"/>
          </a:solidFill>
          <a:latin typeface="Arial" charset="0"/>
          <a:ea typeface="Arial" pitchFamily="-65" charset="0"/>
          <a:cs typeface="Arial" charset="0"/>
        </a:defRPr>
      </a:lvl3pPr>
      <a:lvl4pPr algn="ctr" rtl="0" eaLnBrk="1" fontAlgn="base" hangingPunct="1">
        <a:spcBef>
          <a:spcPct val="0"/>
        </a:spcBef>
        <a:spcAft>
          <a:spcPct val="0"/>
        </a:spcAft>
        <a:defRPr sz="4400">
          <a:solidFill>
            <a:schemeClr val="tx2"/>
          </a:solidFill>
          <a:latin typeface="Arial" charset="0"/>
          <a:ea typeface="Arial" pitchFamily="-65" charset="0"/>
          <a:cs typeface="Arial" charset="0"/>
        </a:defRPr>
      </a:lvl4pPr>
      <a:lvl5pPr algn="ctr" rtl="0" eaLnBrk="1" fontAlgn="base" hangingPunct="1">
        <a:spcBef>
          <a:spcPct val="0"/>
        </a:spcBef>
        <a:spcAft>
          <a:spcPct val="0"/>
        </a:spcAft>
        <a:defRPr sz="4400">
          <a:solidFill>
            <a:schemeClr val="tx2"/>
          </a:solidFill>
          <a:latin typeface="Arial" charset="0"/>
          <a:ea typeface="Arial" pitchFamily="-65" charset="0"/>
          <a:cs typeface="Arial" charset="0"/>
        </a:defRPr>
      </a:lvl5pPr>
      <a:lvl6pPr marL="457200" algn="ctr" rtl="0" eaLnBrk="1" fontAlgn="base" hangingPunct="1">
        <a:spcBef>
          <a:spcPct val="0"/>
        </a:spcBef>
        <a:spcAft>
          <a:spcPct val="0"/>
        </a:spcAft>
        <a:defRPr sz="4400">
          <a:solidFill>
            <a:schemeClr val="tx2"/>
          </a:solidFill>
          <a:latin typeface="Arial" charset="0"/>
          <a:cs typeface="Arial" charset="0"/>
        </a:defRPr>
      </a:lvl6pPr>
      <a:lvl7pPr marL="914400" algn="ctr" rtl="0" eaLnBrk="1" fontAlgn="base" hangingPunct="1">
        <a:spcBef>
          <a:spcPct val="0"/>
        </a:spcBef>
        <a:spcAft>
          <a:spcPct val="0"/>
        </a:spcAft>
        <a:defRPr sz="4400">
          <a:solidFill>
            <a:schemeClr val="tx2"/>
          </a:solidFill>
          <a:latin typeface="Arial" charset="0"/>
          <a:cs typeface="Arial" charset="0"/>
        </a:defRPr>
      </a:lvl7pPr>
      <a:lvl8pPr marL="1371600" algn="ctr" rtl="0" eaLnBrk="1" fontAlgn="base" hangingPunct="1">
        <a:spcBef>
          <a:spcPct val="0"/>
        </a:spcBef>
        <a:spcAft>
          <a:spcPct val="0"/>
        </a:spcAft>
        <a:defRPr sz="4400">
          <a:solidFill>
            <a:schemeClr val="tx2"/>
          </a:solidFill>
          <a:latin typeface="Arial" charset="0"/>
          <a:cs typeface="Arial" charset="0"/>
        </a:defRPr>
      </a:lvl8pPr>
      <a:lvl9pPr marL="1828800" algn="ctr" rtl="0" eaLnBrk="1" fontAlgn="base" hangingPunct="1">
        <a:spcBef>
          <a:spcPct val="0"/>
        </a:spcBef>
        <a:spcAft>
          <a:spcPct val="0"/>
        </a:spcAft>
        <a:defRPr sz="4400">
          <a:solidFill>
            <a:schemeClr val="tx2"/>
          </a:solidFill>
          <a:latin typeface="Arial" charset="0"/>
          <a:cs typeface="Arial" charset="0"/>
        </a:defRPr>
      </a:lvl9pPr>
    </p:titleStyle>
    <p:bodyStyle>
      <a:lvl1pPr marL="0" indent="0" algn="l" rtl="0" eaLnBrk="1" fontAlgn="base" hangingPunct="1">
        <a:lnSpc>
          <a:spcPts val="1780"/>
        </a:lnSpc>
        <a:spcBef>
          <a:spcPct val="20000"/>
        </a:spcBef>
        <a:spcAft>
          <a:spcPct val="0"/>
        </a:spcAft>
        <a:buNone/>
        <a:defRPr sz="1200" b="0" i="0">
          <a:solidFill>
            <a:schemeClr val="tx1"/>
          </a:solidFill>
          <a:latin typeface="Roboto Serif 20pt" pitchFamily="2" charset="77"/>
          <a:ea typeface="Roboto Serif 20pt" pitchFamily="2" charset="77"/>
          <a:cs typeface="Roboto Serif 20pt" pitchFamily="2" charset="77"/>
        </a:defRPr>
      </a:lvl1pPr>
      <a:lvl2pPr marL="7938" indent="0" algn="l" rtl="0" eaLnBrk="1" fontAlgn="base" hangingPunct="1">
        <a:lnSpc>
          <a:spcPts val="1780"/>
        </a:lnSpc>
        <a:spcBef>
          <a:spcPct val="20000"/>
        </a:spcBef>
        <a:spcAft>
          <a:spcPct val="0"/>
        </a:spcAft>
        <a:buSzPct val="110000"/>
        <a:buFont typeface="Arial" panose="020B0604020202020204" pitchFamily="34" charset="0"/>
        <a:buNone/>
        <a:tabLst/>
        <a:defRPr sz="1200">
          <a:solidFill>
            <a:schemeClr val="tx1"/>
          </a:solidFill>
          <a:latin typeface="Roboto Serif 20pt" pitchFamily="2" charset="77"/>
          <a:ea typeface="Roboto Serif 20pt" pitchFamily="2" charset="77"/>
          <a:cs typeface="Roboto Serif 20pt" pitchFamily="2" charset="77"/>
        </a:defRPr>
      </a:lvl2pPr>
      <a:lvl3pPr marL="222250" indent="-222250"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3pPr>
      <a:lvl4pPr marL="222250" indent="-2143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4pPr>
      <a:lvl5pPr marL="239713" indent="-2397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41" name="Text Box 17"/>
          <p:cNvSpPr txBox="1">
            <a:spLocks noChangeArrowheads="1"/>
          </p:cNvSpPr>
          <p:nvPr/>
        </p:nvSpPr>
        <p:spPr bwMode="auto">
          <a:xfrm>
            <a:off x="2971800" y="290514"/>
            <a:ext cx="3200400" cy="461665"/>
          </a:xfrm>
          <a:prstGeom prst="rect">
            <a:avLst/>
          </a:prstGeom>
          <a:noFill/>
          <a:ln w="9525">
            <a:noFill/>
            <a:miter lim="800000"/>
            <a:headEnd/>
            <a:tailEnd/>
          </a:ln>
        </p:spPr>
        <p:txBody>
          <a:bodyPr>
            <a:spAutoFit/>
          </a:bodyPr>
          <a:lstStyle/>
          <a:p>
            <a:pPr algn="ctr">
              <a:spcBef>
                <a:spcPct val="50000"/>
              </a:spcBef>
              <a:defRPr/>
            </a:pPr>
            <a:endParaRPr lang="en-US">
              <a:solidFill>
                <a:schemeClr val="bg1"/>
              </a:solidFill>
            </a:endParaRPr>
          </a:p>
        </p:txBody>
      </p:sp>
      <p:sp>
        <p:nvSpPr>
          <p:cNvPr id="2" name="Title Placeholder 1">
            <a:extLst>
              <a:ext uri="{FF2B5EF4-FFF2-40B4-BE49-F238E27FC236}">
                <a16:creationId xmlns:a16="http://schemas.microsoft.com/office/drawing/2014/main" id="{19CBB730-96BC-DAF5-7747-B3407F714FB6}"/>
              </a:ext>
            </a:extLst>
          </p:cNvPr>
          <p:cNvSpPr>
            <a:spLocks noGrp="1"/>
          </p:cNvSpPr>
          <p:nvPr>
            <p:ph type="title"/>
          </p:nvPr>
        </p:nvSpPr>
        <p:spPr>
          <a:xfrm>
            <a:off x="416217" y="171520"/>
            <a:ext cx="7886700" cy="461665"/>
          </a:xfrm>
          <a:prstGeom prst="rect">
            <a:avLst/>
          </a:prstGeom>
        </p:spPr>
        <p:txBody>
          <a:bodyPr vert="horz" lIns="91440" tIns="45720" rIns="91440" bIns="45720" rtlCol="0" anchor="t">
            <a:no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4EDBFE83-9705-00DD-1DD1-27D362C1C69B}"/>
              </a:ext>
            </a:extLst>
          </p:cNvPr>
          <p:cNvSpPr>
            <a:spLocks noGrp="1"/>
          </p:cNvSpPr>
          <p:nvPr>
            <p:ph type="body" idx="1"/>
          </p:nvPr>
        </p:nvSpPr>
        <p:spPr>
          <a:xfrm>
            <a:off x="416217" y="1100382"/>
            <a:ext cx="7886700" cy="326231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Slide Number Placeholder 5">
            <a:extLst>
              <a:ext uri="{FF2B5EF4-FFF2-40B4-BE49-F238E27FC236}">
                <a16:creationId xmlns:a16="http://schemas.microsoft.com/office/drawing/2014/main" id="{4EAB064F-F544-3C75-FE0D-F329C12CE9C7}"/>
              </a:ext>
            </a:extLst>
          </p:cNvPr>
          <p:cNvSpPr>
            <a:spLocks noGrp="1"/>
          </p:cNvSpPr>
          <p:nvPr>
            <p:ph type="sldNum" sz="quarter" idx="4"/>
          </p:nvPr>
        </p:nvSpPr>
        <p:spPr>
          <a:xfrm>
            <a:off x="8337550" y="4730314"/>
            <a:ext cx="365858" cy="274637"/>
          </a:xfrm>
          <a:prstGeom prst="rect">
            <a:avLst/>
          </a:prstGeom>
        </p:spPr>
        <p:txBody>
          <a:bodyPr vert="horz" lIns="91440" tIns="45720" rIns="91440" bIns="45720" rtlCol="0" anchor="ctr"/>
          <a:lstStyle>
            <a:lvl1pPr algn="r">
              <a:defRPr sz="800">
                <a:solidFill>
                  <a:schemeClr val="bg1"/>
                </a:solidFill>
                <a:latin typeface="Roboto Serif 20pt" pitchFamily="2" charset="77"/>
                <a:cs typeface="Roboto Serif 20pt" pitchFamily="2" charset="77"/>
              </a:defRPr>
            </a:lvl1pPr>
          </a:lstStyle>
          <a:p>
            <a:fld id="{4DAFC9CC-EAF1-6147-9D8E-382CC0E67FF1}" type="slidenum">
              <a:rPr lang="en-US" smtClean="0"/>
              <a:pPr/>
              <a:t>‹#›</a:t>
            </a:fld>
            <a:endParaRPr lang="en-US" dirty="0"/>
          </a:p>
        </p:txBody>
      </p:sp>
    </p:spTree>
    <p:extLst>
      <p:ext uri="{BB962C8B-B14F-4D97-AF65-F5344CB8AC3E}">
        <p14:creationId xmlns:p14="http://schemas.microsoft.com/office/powerpoint/2010/main" val="146404556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74" r:id="rId3"/>
    <p:sldLayoutId id="2147483692" r:id="rId4"/>
    <p:sldLayoutId id="2147483693" r:id="rId5"/>
    <p:sldLayoutId id="2147483649" r:id="rId6"/>
    <p:sldLayoutId id="2147483700" r:id="rId7"/>
  </p:sldLayoutIdLst>
  <p:transition/>
  <p:hf hdr="0" dt="0"/>
  <p:txStyles>
    <p:titleStyle>
      <a:lvl1pPr algn="l" rtl="0" eaLnBrk="1" fontAlgn="base" hangingPunct="1">
        <a:spcBef>
          <a:spcPct val="0"/>
        </a:spcBef>
        <a:spcAft>
          <a:spcPct val="0"/>
        </a:spcAft>
        <a:defRPr sz="2700" b="1">
          <a:solidFill>
            <a:schemeClr val="bg1"/>
          </a:solidFill>
          <a:latin typeface="National 2 Condensed" panose="020B0506030502020203" pitchFamily="34" charset="77"/>
          <a:ea typeface="National 2 Condensed" panose="020B0506030502020203" pitchFamily="34" charset="77"/>
          <a:cs typeface="+mj-cs"/>
        </a:defRPr>
      </a:lvl1pPr>
      <a:lvl2pPr algn="ctr" rtl="0" eaLnBrk="1" fontAlgn="base" hangingPunct="1">
        <a:spcBef>
          <a:spcPct val="0"/>
        </a:spcBef>
        <a:spcAft>
          <a:spcPct val="0"/>
        </a:spcAft>
        <a:defRPr sz="4400">
          <a:solidFill>
            <a:schemeClr val="tx2"/>
          </a:solidFill>
          <a:latin typeface="Arial" charset="0"/>
          <a:ea typeface="Arial" pitchFamily="-65" charset="0"/>
          <a:cs typeface="Arial" charset="0"/>
        </a:defRPr>
      </a:lvl2pPr>
      <a:lvl3pPr algn="ctr" rtl="0" eaLnBrk="1" fontAlgn="base" hangingPunct="1">
        <a:spcBef>
          <a:spcPct val="0"/>
        </a:spcBef>
        <a:spcAft>
          <a:spcPct val="0"/>
        </a:spcAft>
        <a:defRPr sz="4400">
          <a:solidFill>
            <a:schemeClr val="tx2"/>
          </a:solidFill>
          <a:latin typeface="Arial" charset="0"/>
          <a:ea typeface="Arial" pitchFamily="-65" charset="0"/>
          <a:cs typeface="Arial" charset="0"/>
        </a:defRPr>
      </a:lvl3pPr>
      <a:lvl4pPr algn="ctr" rtl="0" eaLnBrk="1" fontAlgn="base" hangingPunct="1">
        <a:spcBef>
          <a:spcPct val="0"/>
        </a:spcBef>
        <a:spcAft>
          <a:spcPct val="0"/>
        </a:spcAft>
        <a:defRPr sz="4400">
          <a:solidFill>
            <a:schemeClr val="tx2"/>
          </a:solidFill>
          <a:latin typeface="Arial" charset="0"/>
          <a:ea typeface="Arial" pitchFamily="-65" charset="0"/>
          <a:cs typeface="Arial" charset="0"/>
        </a:defRPr>
      </a:lvl4pPr>
      <a:lvl5pPr algn="ctr" rtl="0" eaLnBrk="1" fontAlgn="base" hangingPunct="1">
        <a:spcBef>
          <a:spcPct val="0"/>
        </a:spcBef>
        <a:spcAft>
          <a:spcPct val="0"/>
        </a:spcAft>
        <a:defRPr sz="4400">
          <a:solidFill>
            <a:schemeClr val="tx2"/>
          </a:solidFill>
          <a:latin typeface="Arial" charset="0"/>
          <a:ea typeface="Arial" pitchFamily="-65" charset="0"/>
          <a:cs typeface="Arial" charset="0"/>
        </a:defRPr>
      </a:lvl5pPr>
      <a:lvl6pPr marL="457200" algn="ctr" rtl="0" eaLnBrk="1" fontAlgn="base" hangingPunct="1">
        <a:spcBef>
          <a:spcPct val="0"/>
        </a:spcBef>
        <a:spcAft>
          <a:spcPct val="0"/>
        </a:spcAft>
        <a:defRPr sz="4400">
          <a:solidFill>
            <a:schemeClr val="tx2"/>
          </a:solidFill>
          <a:latin typeface="Arial" charset="0"/>
          <a:cs typeface="Arial" charset="0"/>
        </a:defRPr>
      </a:lvl6pPr>
      <a:lvl7pPr marL="914400" algn="ctr" rtl="0" eaLnBrk="1" fontAlgn="base" hangingPunct="1">
        <a:spcBef>
          <a:spcPct val="0"/>
        </a:spcBef>
        <a:spcAft>
          <a:spcPct val="0"/>
        </a:spcAft>
        <a:defRPr sz="4400">
          <a:solidFill>
            <a:schemeClr val="tx2"/>
          </a:solidFill>
          <a:latin typeface="Arial" charset="0"/>
          <a:cs typeface="Arial" charset="0"/>
        </a:defRPr>
      </a:lvl7pPr>
      <a:lvl8pPr marL="1371600" algn="ctr" rtl="0" eaLnBrk="1" fontAlgn="base" hangingPunct="1">
        <a:spcBef>
          <a:spcPct val="0"/>
        </a:spcBef>
        <a:spcAft>
          <a:spcPct val="0"/>
        </a:spcAft>
        <a:defRPr sz="4400">
          <a:solidFill>
            <a:schemeClr val="tx2"/>
          </a:solidFill>
          <a:latin typeface="Arial" charset="0"/>
          <a:cs typeface="Arial" charset="0"/>
        </a:defRPr>
      </a:lvl8pPr>
      <a:lvl9pPr marL="1828800" algn="ctr" rtl="0" eaLnBrk="1" fontAlgn="base" hangingPunct="1">
        <a:spcBef>
          <a:spcPct val="0"/>
        </a:spcBef>
        <a:spcAft>
          <a:spcPct val="0"/>
        </a:spcAft>
        <a:defRPr sz="4400">
          <a:solidFill>
            <a:schemeClr val="tx2"/>
          </a:solidFill>
          <a:latin typeface="Arial" charset="0"/>
          <a:cs typeface="Arial" charset="0"/>
        </a:defRPr>
      </a:lvl9pPr>
    </p:titleStyle>
    <p:bodyStyle>
      <a:lvl1pPr marL="0" indent="0" algn="l" rtl="0" eaLnBrk="1" fontAlgn="base" hangingPunct="1">
        <a:lnSpc>
          <a:spcPts val="1680"/>
        </a:lnSpc>
        <a:spcBef>
          <a:spcPct val="20000"/>
        </a:spcBef>
        <a:spcAft>
          <a:spcPct val="0"/>
        </a:spcAft>
        <a:buNone/>
        <a:defRPr sz="1200" b="0" i="0">
          <a:solidFill>
            <a:schemeClr val="bg1"/>
          </a:solidFill>
          <a:latin typeface="Roboto Serif 20pt" pitchFamily="2" charset="77"/>
          <a:ea typeface="Roboto Serif 20pt" pitchFamily="2" charset="77"/>
          <a:cs typeface="Roboto Serif 20pt" pitchFamily="2" charset="77"/>
        </a:defRPr>
      </a:lvl1pPr>
      <a:lvl2pPr marL="7938" indent="0" algn="l" rtl="0" eaLnBrk="1" fontAlgn="base" hangingPunct="1">
        <a:lnSpc>
          <a:spcPts val="1680"/>
        </a:lnSpc>
        <a:spcBef>
          <a:spcPct val="20000"/>
        </a:spcBef>
        <a:spcAft>
          <a:spcPct val="0"/>
        </a:spcAft>
        <a:buSzPct val="110000"/>
        <a:buFont typeface="Arial" panose="020B0604020202020204" pitchFamily="34" charset="0"/>
        <a:buNone/>
        <a:tabLst/>
        <a:defRPr sz="1200">
          <a:solidFill>
            <a:schemeClr val="bg1"/>
          </a:solidFill>
          <a:latin typeface="Roboto Serif 20pt" pitchFamily="2" charset="77"/>
          <a:ea typeface="Roboto Serif 20pt" pitchFamily="2" charset="77"/>
          <a:cs typeface="Roboto Serif 20pt" pitchFamily="2" charset="77"/>
        </a:defRPr>
      </a:lvl2pPr>
      <a:lvl3pPr marL="222250" indent="-214313" algn="l" rtl="0" eaLnBrk="1" fontAlgn="base" hangingPunct="1">
        <a:lnSpc>
          <a:spcPts val="1680"/>
        </a:lnSpc>
        <a:spcBef>
          <a:spcPct val="20000"/>
        </a:spcBef>
        <a:spcAft>
          <a:spcPct val="0"/>
        </a:spcAft>
        <a:buChar char="•"/>
        <a:tabLst/>
        <a:defRPr sz="1200">
          <a:solidFill>
            <a:schemeClr val="bg1"/>
          </a:solidFill>
          <a:latin typeface="Roboto Serif 20pt" pitchFamily="2" charset="77"/>
          <a:ea typeface="Roboto Serif 20pt" pitchFamily="2" charset="77"/>
          <a:cs typeface="Roboto Serif 20pt" pitchFamily="2" charset="77"/>
        </a:defRPr>
      </a:lvl3pPr>
      <a:lvl4pPr marL="222250" indent="-214313" algn="l" rtl="0" eaLnBrk="1" fontAlgn="base" hangingPunct="1">
        <a:lnSpc>
          <a:spcPts val="1680"/>
        </a:lnSpc>
        <a:spcBef>
          <a:spcPct val="20000"/>
        </a:spcBef>
        <a:spcAft>
          <a:spcPct val="0"/>
        </a:spcAft>
        <a:buChar char="–"/>
        <a:tabLst/>
        <a:defRPr sz="1200">
          <a:solidFill>
            <a:schemeClr val="bg1"/>
          </a:solidFill>
          <a:latin typeface="Roboto Serif 20pt" pitchFamily="2" charset="77"/>
          <a:ea typeface="Roboto Serif 20pt" pitchFamily="2" charset="77"/>
          <a:cs typeface="Roboto Serif 20pt" pitchFamily="2" charset="77"/>
        </a:defRPr>
      </a:lvl4pPr>
      <a:lvl5pPr marL="239713" indent="-239713" algn="l" rtl="0" eaLnBrk="1" fontAlgn="base" hangingPunct="1">
        <a:lnSpc>
          <a:spcPts val="1680"/>
        </a:lnSpc>
        <a:spcBef>
          <a:spcPct val="20000"/>
        </a:spcBef>
        <a:spcAft>
          <a:spcPct val="0"/>
        </a:spcAft>
        <a:buChar char="»"/>
        <a:tabLst/>
        <a:defRPr sz="1200">
          <a:solidFill>
            <a:schemeClr val="bg1"/>
          </a:solidFill>
          <a:latin typeface="Roboto Serif 20pt" pitchFamily="2" charset="77"/>
          <a:ea typeface="Roboto Serif 20pt" pitchFamily="2" charset="77"/>
          <a:cs typeface="Roboto Serif 20pt" pitchFamily="2" charset="77"/>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68B126-B6E8-5D02-ECA8-665E6F68929B}"/>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6C2DF7CE-40BE-91A1-F30E-4345B832113F}"/>
              </a:ext>
            </a:extLst>
          </p:cNvPr>
          <p:cNvSpPr>
            <a:spLocks noGrp="1"/>
          </p:cNvSpPr>
          <p:nvPr>
            <p:ph type="body" idx="1"/>
          </p:nvPr>
        </p:nvSpPr>
        <p:spPr>
          <a:xfrm>
            <a:off x="628650" y="1623525"/>
            <a:ext cx="7886700" cy="1957875"/>
          </a:xfrm>
          <a:prstGeom prst="rect">
            <a:avLst/>
          </a:prstGeom>
        </p:spPr>
        <p:txBody>
          <a:bodyPr vert="horz" lIns="91440" tIns="45720" rIns="91440" bIns="45720" rtlCol="0">
            <a:normAutofit/>
          </a:bodyPr>
          <a:lstStyle/>
          <a:p>
            <a:pPr lvl="0"/>
            <a:r>
              <a:rPr lang="en-GB" dirty="0"/>
              <a:t>Click to edit Master subheading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Footer Placeholder 3">
            <a:extLst>
              <a:ext uri="{FF2B5EF4-FFF2-40B4-BE49-F238E27FC236}">
                <a16:creationId xmlns:a16="http://schemas.microsoft.com/office/drawing/2014/main" id="{FA5C55A3-DF74-C40B-D50D-8487901337C9}"/>
              </a:ext>
            </a:extLst>
          </p:cNvPr>
          <p:cNvSpPr>
            <a:spLocks noGrp="1"/>
          </p:cNvSpPr>
          <p:nvPr>
            <p:ph type="ftr" sz="quarter" idx="3"/>
          </p:nvPr>
        </p:nvSpPr>
        <p:spPr>
          <a:xfrm>
            <a:off x="628650" y="3661875"/>
            <a:ext cx="3086100" cy="274637"/>
          </a:xfrm>
          <a:prstGeom prst="rect">
            <a:avLst/>
          </a:prstGeom>
        </p:spPr>
        <p:txBody>
          <a:bodyPr vert="horz" lIns="91440" tIns="45720" rIns="91440" bIns="45720" rtlCol="0" anchor="ctr"/>
          <a:lstStyle>
            <a:lvl1pPr algn="l">
              <a:defRPr sz="1000">
                <a:solidFill>
                  <a:schemeClr val="tx1"/>
                </a:solidFill>
                <a:latin typeface="Roboto Serif 20pt" pitchFamily="2" charset="77"/>
                <a:cs typeface="Roboto Serif 20pt" pitchFamily="2" charset="77"/>
              </a:defRPr>
            </a:lvl1pPr>
          </a:lstStyle>
          <a:p>
            <a:r>
              <a:rPr lang="en-US" dirty="0"/>
              <a:t>Insert date here</a:t>
            </a:r>
          </a:p>
        </p:txBody>
      </p:sp>
    </p:spTree>
    <p:extLst>
      <p:ext uri="{BB962C8B-B14F-4D97-AF65-F5344CB8AC3E}">
        <p14:creationId xmlns:p14="http://schemas.microsoft.com/office/powerpoint/2010/main" val="2364672651"/>
      </p:ext>
    </p:extLst>
  </p:cSld>
  <p:clrMap bg1="lt1" tx1="dk1" bg2="lt2" tx2="dk2" accent1="accent1" accent2="accent2" accent3="accent3" accent4="accent4" accent5="accent5" accent6="accent6" hlink="hlink" folHlink="folHlink"/>
  <p:sldLayoutIdLst>
    <p:sldLayoutId id="2147483658" r:id="rId1"/>
    <p:sldLayoutId id="2147483699" r:id="rId2"/>
    <p:sldLayoutId id="2147483696" r:id="rId3"/>
    <p:sldLayoutId id="2147483698" r:id="rId4"/>
    <p:sldLayoutId id="2147483690" r:id="rId5"/>
  </p:sldLayoutIdLst>
  <p:hf hdr="0" dt="0"/>
  <p:txStyles>
    <p:titleStyle>
      <a:lvl1pPr algn="l" defTabSz="914400" rtl="0" eaLnBrk="1" latinLnBrk="0" hangingPunct="1">
        <a:lnSpc>
          <a:spcPts val="4900"/>
        </a:lnSpc>
        <a:spcBef>
          <a:spcPct val="0"/>
        </a:spcBef>
        <a:buNone/>
        <a:defRPr sz="5400" b="1" kern="1200">
          <a:solidFill>
            <a:srgbClr val="140F50"/>
          </a:solidFill>
          <a:latin typeface="National 2 Condensed" panose="020B0506030502020203" pitchFamily="34" charset="77"/>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200" b="0" i="0" kern="1200" spc="-30" baseline="0">
          <a:solidFill>
            <a:schemeClr val="tx2"/>
          </a:solidFill>
          <a:latin typeface="National 2 Condensed Medium" panose="020B0506030502020203" pitchFamily="34" charset="77"/>
          <a:ea typeface="+mn-ea"/>
          <a:cs typeface="+mn-cs"/>
        </a:defRPr>
      </a:lvl1pPr>
      <a:lvl2pPr marL="7937" indent="0" algn="l" defTabSz="914400" rtl="0" eaLnBrk="1" latinLnBrk="0" hangingPunct="1">
        <a:lnSpc>
          <a:spcPct val="90000"/>
        </a:lnSpc>
        <a:spcBef>
          <a:spcPts val="500"/>
        </a:spcBef>
        <a:buFont typeface="Arial" panose="020B0604020202020204" pitchFamily="34" charset="0"/>
        <a:buNone/>
        <a:tabLst/>
        <a:defRPr sz="1000" kern="1200">
          <a:solidFill>
            <a:srgbClr val="140F50"/>
          </a:solidFill>
          <a:latin typeface="Roboto Serif 20pt" pitchFamily="2" charset="77"/>
          <a:ea typeface="+mn-ea"/>
          <a:cs typeface="Roboto Serif 20pt" pitchFamily="2" charset="77"/>
        </a:defRPr>
      </a:lvl2pPr>
      <a:lvl3pPr marL="0" indent="0" algn="l" defTabSz="914400" rtl="0" eaLnBrk="1" latinLnBrk="0" hangingPunct="1">
        <a:lnSpc>
          <a:spcPct val="90000"/>
        </a:lnSpc>
        <a:spcBef>
          <a:spcPts val="500"/>
        </a:spcBef>
        <a:buFont typeface="Arial" panose="020B0604020202020204" pitchFamily="34" charset="0"/>
        <a:buNone/>
        <a:tabLst/>
        <a:defRPr sz="1000" kern="1200">
          <a:solidFill>
            <a:srgbClr val="140F50"/>
          </a:solidFill>
          <a:latin typeface="Roboto Serif 20pt" pitchFamily="2" charset="77"/>
          <a:ea typeface="+mn-ea"/>
          <a:cs typeface="Roboto Serif 20pt" pitchFamily="2" charset="77"/>
        </a:defRPr>
      </a:lvl3pPr>
      <a:lvl4pPr marL="0" indent="0" algn="l" defTabSz="914400" rtl="0" eaLnBrk="1" latinLnBrk="0" hangingPunct="1">
        <a:lnSpc>
          <a:spcPct val="90000"/>
        </a:lnSpc>
        <a:spcBef>
          <a:spcPts val="500"/>
        </a:spcBef>
        <a:buFont typeface="Arial" panose="020B0604020202020204" pitchFamily="34" charset="0"/>
        <a:buNone/>
        <a:tabLst/>
        <a:defRPr sz="1000" kern="1200">
          <a:solidFill>
            <a:srgbClr val="140F50"/>
          </a:solidFill>
          <a:latin typeface="Roboto Serif 20pt" pitchFamily="2" charset="77"/>
          <a:ea typeface="+mn-ea"/>
          <a:cs typeface="Roboto Serif 20pt" pitchFamily="2" charset="77"/>
        </a:defRPr>
      </a:lvl4pPr>
      <a:lvl5pPr marL="7937" indent="0" algn="l" defTabSz="914400" rtl="0" eaLnBrk="1" latinLnBrk="0" hangingPunct="1">
        <a:lnSpc>
          <a:spcPct val="90000"/>
        </a:lnSpc>
        <a:spcBef>
          <a:spcPts val="500"/>
        </a:spcBef>
        <a:buFont typeface="Arial" panose="020B0604020202020204" pitchFamily="34" charset="0"/>
        <a:buNone/>
        <a:tabLst/>
        <a:defRPr sz="1000" kern="1200">
          <a:solidFill>
            <a:srgbClr val="140F50"/>
          </a:solidFill>
          <a:latin typeface="Roboto Serif 20pt" pitchFamily="2" charset="77"/>
          <a:ea typeface="+mn-ea"/>
          <a:cs typeface="Roboto Serif 20p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68B126-B6E8-5D02-ECA8-665E6F68929B}"/>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6C2DF7CE-40BE-91A1-F30E-4345B832113F}"/>
              </a:ext>
            </a:extLst>
          </p:cNvPr>
          <p:cNvSpPr>
            <a:spLocks noGrp="1"/>
          </p:cNvSpPr>
          <p:nvPr>
            <p:ph type="body" idx="1"/>
          </p:nvPr>
        </p:nvSpPr>
        <p:spPr>
          <a:xfrm>
            <a:off x="628650" y="1623525"/>
            <a:ext cx="7886700" cy="2253019"/>
          </a:xfrm>
          <a:prstGeom prst="rect">
            <a:avLst/>
          </a:prstGeom>
        </p:spPr>
        <p:txBody>
          <a:bodyPr vert="horz" lIns="91440" tIns="45720" rIns="91440" bIns="45720" rtlCol="0">
            <a:normAutofit/>
          </a:bodyPr>
          <a:lstStyle/>
          <a:p>
            <a:pPr lvl="0"/>
            <a:r>
              <a:rPr lang="en-GB" dirty="0"/>
              <a:t>Click to edit Master subheading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Footer Placeholder 3">
            <a:extLst>
              <a:ext uri="{FF2B5EF4-FFF2-40B4-BE49-F238E27FC236}">
                <a16:creationId xmlns:a16="http://schemas.microsoft.com/office/drawing/2014/main" id="{90AB0524-D4F9-EBBF-8387-9797FCD65CA6}"/>
              </a:ext>
            </a:extLst>
          </p:cNvPr>
          <p:cNvSpPr>
            <a:spLocks noGrp="1"/>
          </p:cNvSpPr>
          <p:nvPr>
            <p:ph type="ftr" sz="quarter" idx="3"/>
          </p:nvPr>
        </p:nvSpPr>
        <p:spPr>
          <a:xfrm>
            <a:off x="628650" y="3876544"/>
            <a:ext cx="3086100" cy="274637"/>
          </a:xfrm>
          <a:prstGeom prst="rect">
            <a:avLst/>
          </a:prstGeom>
        </p:spPr>
        <p:txBody>
          <a:bodyPr vert="horz" lIns="91440" tIns="45720" rIns="91440" bIns="45720" rtlCol="0" anchor="ctr"/>
          <a:lstStyle>
            <a:lvl1pPr algn="l">
              <a:defRPr sz="1000">
                <a:solidFill>
                  <a:schemeClr val="bg1"/>
                </a:solidFill>
                <a:latin typeface="Roboto Serif 20pt" pitchFamily="2" charset="77"/>
                <a:cs typeface="Roboto Serif 20pt" pitchFamily="2" charset="77"/>
              </a:defRPr>
            </a:lvl1pPr>
          </a:lstStyle>
          <a:p>
            <a:r>
              <a:rPr lang="en-US" dirty="0"/>
              <a:t>Insert date here</a:t>
            </a:r>
          </a:p>
        </p:txBody>
      </p:sp>
    </p:spTree>
    <p:extLst>
      <p:ext uri="{BB962C8B-B14F-4D97-AF65-F5344CB8AC3E}">
        <p14:creationId xmlns:p14="http://schemas.microsoft.com/office/powerpoint/2010/main" val="1836357701"/>
      </p:ext>
    </p:extLst>
  </p:cSld>
  <p:clrMap bg1="lt1" tx1="dk1" bg2="lt2" tx2="dk2" accent1="accent1" accent2="accent2" accent3="accent3" accent4="accent4" accent5="accent5" accent6="accent6" hlink="hlink" folHlink="folHlink"/>
  <p:sldLayoutIdLst>
    <p:sldLayoutId id="2147483688" r:id="rId1"/>
    <p:sldLayoutId id="2147483697" r:id="rId2"/>
    <p:sldLayoutId id="2147483689" r:id="rId3"/>
    <p:sldLayoutId id="2147483691" r:id="rId4"/>
  </p:sldLayoutIdLst>
  <p:hf hdr="0" dt="0"/>
  <p:txStyles>
    <p:titleStyle>
      <a:lvl1pPr algn="l" defTabSz="914400" rtl="0" eaLnBrk="1" latinLnBrk="0" hangingPunct="1">
        <a:lnSpc>
          <a:spcPts val="5000"/>
        </a:lnSpc>
        <a:spcBef>
          <a:spcPct val="0"/>
        </a:spcBef>
        <a:buNone/>
        <a:defRPr sz="5400" b="1" kern="1200">
          <a:solidFill>
            <a:schemeClr val="bg1"/>
          </a:solidFill>
          <a:latin typeface="National 2 Condensed" panose="020B0506030502020203" pitchFamily="34" charset="77"/>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200" b="0" i="0" kern="1200" spc="-30" baseline="0">
          <a:solidFill>
            <a:schemeClr val="accent2"/>
          </a:solidFill>
          <a:latin typeface="National 2 Condensed Medium" panose="020B0506030502020203" pitchFamily="34" charset="77"/>
          <a:ea typeface="+mn-ea"/>
          <a:cs typeface="+mn-cs"/>
        </a:defRPr>
      </a:lvl1pPr>
      <a:lvl2pPr marL="0" indent="0" algn="l" defTabSz="914400" rtl="0" eaLnBrk="1" latinLnBrk="0" hangingPunct="1">
        <a:lnSpc>
          <a:spcPct val="90000"/>
        </a:lnSpc>
        <a:spcBef>
          <a:spcPts val="500"/>
        </a:spcBef>
        <a:buFont typeface="Arial" panose="020B0604020202020204" pitchFamily="34" charset="0"/>
        <a:buNone/>
        <a:tabLst/>
        <a:defRPr sz="1200" kern="1200">
          <a:solidFill>
            <a:schemeClr val="bg1"/>
          </a:solidFill>
          <a:latin typeface="Roboto Serif 20pt" pitchFamily="2" charset="77"/>
          <a:ea typeface="+mn-ea"/>
          <a:cs typeface="Roboto Serif 20pt" pitchFamily="2" charset="77"/>
        </a:defRPr>
      </a:lvl2pPr>
      <a:lvl3pPr marL="0" indent="0" algn="l" defTabSz="914400" rtl="0" eaLnBrk="1" latinLnBrk="0" hangingPunct="1">
        <a:lnSpc>
          <a:spcPct val="90000"/>
        </a:lnSpc>
        <a:spcBef>
          <a:spcPts val="500"/>
        </a:spcBef>
        <a:buFont typeface="Arial" panose="020B0604020202020204" pitchFamily="34" charset="0"/>
        <a:buNone/>
        <a:tabLst/>
        <a:defRPr sz="1200" kern="1200">
          <a:solidFill>
            <a:schemeClr val="bg1"/>
          </a:solidFill>
          <a:latin typeface="Roboto Serif 20pt" pitchFamily="2" charset="77"/>
          <a:ea typeface="+mn-ea"/>
          <a:cs typeface="Roboto Serif 20pt" pitchFamily="2" charset="77"/>
        </a:defRPr>
      </a:lvl3pPr>
      <a:lvl4pPr marL="0" indent="0" algn="l" defTabSz="914400" rtl="0" eaLnBrk="1" latinLnBrk="0" hangingPunct="1">
        <a:lnSpc>
          <a:spcPct val="90000"/>
        </a:lnSpc>
        <a:spcBef>
          <a:spcPts val="500"/>
        </a:spcBef>
        <a:buFont typeface="Arial" panose="020B0604020202020204" pitchFamily="34" charset="0"/>
        <a:buNone/>
        <a:tabLst/>
        <a:defRPr sz="1200" kern="1200">
          <a:solidFill>
            <a:schemeClr val="bg1"/>
          </a:solidFill>
          <a:latin typeface="Roboto Serif 20pt" pitchFamily="2" charset="77"/>
          <a:ea typeface="+mn-ea"/>
          <a:cs typeface="Roboto Serif 20pt" pitchFamily="2" charset="77"/>
        </a:defRPr>
      </a:lvl4pPr>
      <a:lvl5pPr marL="0" indent="0" algn="l" defTabSz="914400" rtl="0" eaLnBrk="1" latinLnBrk="0" hangingPunct="1">
        <a:lnSpc>
          <a:spcPct val="90000"/>
        </a:lnSpc>
        <a:spcBef>
          <a:spcPts val="500"/>
        </a:spcBef>
        <a:buFont typeface="Arial" panose="020B0604020202020204" pitchFamily="34" charset="0"/>
        <a:buNone/>
        <a:tabLst/>
        <a:defRPr sz="1200" kern="1200">
          <a:solidFill>
            <a:schemeClr val="bg1"/>
          </a:solidFill>
          <a:latin typeface="Roboto Serif 20pt" pitchFamily="2" charset="77"/>
          <a:ea typeface="+mn-ea"/>
          <a:cs typeface="Roboto Serif 20p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EF0E88-4222-5B11-286C-F7FDFB0C9B6C}"/>
              </a:ext>
            </a:extLst>
          </p:cNvPr>
          <p:cNvSpPr>
            <a:spLocks noGrp="1"/>
          </p:cNvSpPr>
          <p:nvPr>
            <p:ph type="title"/>
          </p:nvPr>
        </p:nvSpPr>
        <p:spPr>
          <a:xfrm>
            <a:off x="412808" y="1166332"/>
            <a:ext cx="5631531" cy="1940767"/>
          </a:xfrm>
        </p:spPr>
        <p:txBody>
          <a:bodyPr>
            <a:normAutofit/>
          </a:bodyPr>
          <a:lstStyle/>
          <a:p>
            <a:r>
              <a:rPr lang="en-US" sz="5200" dirty="0">
                <a:latin typeface="Franklin Gothic Demi Cond" panose="020B0706030402020204" pitchFamily="34" charset="0"/>
              </a:rPr>
              <a:t>Brand Performance Measures</a:t>
            </a:r>
          </a:p>
        </p:txBody>
      </p:sp>
      <p:sp>
        <p:nvSpPr>
          <p:cNvPr id="2" name="Text Placeholder 5">
            <a:extLst>
              <a:ext uri="{FF2B5EF4-FFF2-40B4-BE49-F238E27FC236}">
                <a16:creationId xmlns:a16="http://schemas.microsoft.com/office/drawing/2014/main" id="{C453875B-6183-DD55-74EC-51787CDA9D5B}"/>
              </a:ext>
            </a:extLst>
          </p:cNvPr>
          <p:cNvSpPr>
            <a:spLocks noGrp="1"/>
          </p:cNvSpPr>
          <p:nvPr>
            <p:ph type="body" sz="quarter" idx="10"/>
          </p:nvPr>
        </p:nvSpPr>
        <p:spPr>
          <a:xfrm>
            <a:off x="412809" y="2806955"/>
            <a:ext cx="5631530" cy="731294"/>
          </a:xfrm>
        </p:spPr>
        <p:txBody>
          <a:bodyPr/>
          <a:lstStyle/>
          <a:p>
            <a:r>
              <a:rPr lang="en-US" dirty="0">
                <a:latin typeface="Franklin Gothic Medium Cond" panose="020B0606030402020204" pitchFamily="34" charset="0"/>
              </a:rPr>
              <a:t>Marketing Analytics</a:t>
            </a:r>
          </a:p>
        </p:txBody>
      </p:sp>
    </p:spTree>
    <p:extLst>
      <p:ext uri="{BB962C8B-B14F-4D97-AF65-F5344CB8AC3E}">
        <p14:creationId xmlns:p14="http://schemas.microsoft.com/office/powerpoint/2010/main" val="2362546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D11B3-EF0F-A0B2-2D36-1452E0E2870F}"/>
              </a:ext>
            </a:extLst>
          </p:cNvPr>
          <p:cNvSpPr>
            <a:spLocks noGrp="1"/>
          </p:cNvSpPr>
          <p:nvPr>
            <p:ph type="title"/>
          </p:nvPr>
        </p:nvSpPr>
        <p:spPr>
          <a:xfrm>
            <a:off x="331024" y="1188151"/>
            <a:ext cx="7886700" cy="461665"/>
          </a:xfrm>
        </p:spPr>
        <p:txBody>
          <a:bodyPr/>
          <a:lstStyle/>
          <a:p>
            <a:pPr algn="ctr"/>
            <a:r>
              <a:rPr lang="en-US" sz="4000" dirty="0">
                <a:solidFill>
                  <a:schemeClr val="tx1"/>
                </a:solidFill>
                <a:latin typeface="Franklin Gothic Demi Cond" panose="020B0706030402020204" pitchFamily="34" charset="0"/>
              </a:rPr>
              <a:t>Acknowledgement of Country </a:t>
            </a:r>
            <a:br>
              <a:rPr lang="en-US" sz="3500" dirty="0">
                <a:latin typeface="Franklin Gothic Demi Cond" panose="020B0706030402020204" pitchFamily="34" charset="0"/>
              </a:rPr>
            </a:br>
            <a:endParaRPr lang="en-US" sz="3500" dirty="0">
              <a:latin typeface="Franklin Gothic Demi Cond" panose="020B0706030402020204" pitchFamily="34" charset="0"/>
            </a:endParaRPr>
          </a:p>
        </p:txBody>
      </p:sp>
      <p:sp>
        <p:nvSpPr>
          <p:cNvPr id="5" name="Text Placeholder 4">
            <a:extLst>
              <a:ext uri="{FF2B5EF4-FFF2-40B4-BE49-F238E27FC236}">
                <a16:creationId xmlns:a16="http://schemas.microsoft.com/office/drawing/2014/main" id="{51AC9F91-96BF-CD68-32C4-CCB8335A98CE}"/>
              </a:ext>
            </a:extLst>
          </p:cNvPr>
          <p:cNvSpPr>
            <a:spLocks noGrp="1"/>
          </p:cNvSpPr>
          <p:nvPr>
            <p:ph type="body" sz="quarter" idx="13"/>
          </p:nvPr>
        </p:nvSpPr>
        <p:spPr>
          <a:xfrm>
            <a:off x="628650" y="1986268"/>
            <a:ext cx="7886699" cy="1545812"/>
          </a:xfrm>
        </p:spPr>
        <p:txBody>
          <a:bodyPr>
            <a:normAutofit fontScale="62500" lnSpcReduction="20000"/>
          </a:bodyPr>
          <a:lstStyle/>
          <a:p>
            <a:pPr algn="ctr">
              <a:lnSpc>
                <a:spcPct val="100000"/>
              </a:lnSpc>
              <a:spcBef>
                <a:spcPts val="0"/>
              </a:spcBef>
              <a:spcAft>
                <a:spcPts val="0"/>
              </a:spcAft>
            </a:pPr>
            <a:r>
              <a:rPr lang="en-AU" sz="3600" dirty="0">
                <a:solidFill>
                  <a:schemeClr val="tx1"/>
                </a:solidFill>
                <a:latin typeface="Georgia" panose="02040502050405020303" pitchFamily="18" charset="0"/>
              </a:rPr>
              <a:t>We respectfully acknowledge the Kaurna, Boandik, and Barngarla First Nations Peoples and their Elders past and present, who are the Traditional Owners of the lands that are home to our campuses across South Australia.​</a:t>
            </a: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a:p>
            <a:pPr algn="ctr"/>
            <a:endParaRPr lang="en-US" dirty="0">
              <a:latin typeface="Georgia" panose="02040502050405020303" pitchFamily="18" charset="0"/>
            </a:endParaRPr>
          </a:p>
        </p:txBody>
      </p:sp>
    </p:spTree>
    <p:extLst>
      <p:ext uri="{BB962C8B-B14F-4D97-AF65-F5344CB8AC3E}">
        <p14:creationId xmlns:p14="http://schemas.microsoft.com/office/powerpoint/2010/main" val="7654929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56FBD-AF3C-B520-7EE8-B8834C9D6EC5}"/>
              </a:ext>
            </a:extLst>
          </p:cNvPr>
          <p:cNvSpPr>
            <a:spLocks noGrp="1"/>
          </p:cNvSpPr>
          <p:nvPr>
            <p:ph type="title"/>
          </p:nvPr>
        </p:nvSpPr>
        <p:spPr/>
        <p:txBody>
          <a:bodyPr/>
          <a:lstStyle/>
          <a:p>
            <a:r>
              <a:rPr lang="en-US" sz="4000" dirty="0">
                <a:latin typeface="Franklin Gothic Demi Cond" panose="020B0706030402020204" pitchFamily="34" charset="0"/>
              </a:rPr>
              <a:t>Examples of Market Analysis Tasks</a:t>
            </a:r>
            <a:br>
              <a:rPr lang="en-US" sz="4000" dirty="0">
                <a:latin typeface="Franklin Gothic Demi Cond" panose="020B0706030402020204" pitchFamily="34" charset="0"/>
              </a:rPr>
            </a:br>
            <a:br>
              <a:rPr lang="en-US" sz="4000" dirty="0">
                <a:latin typeface="Franklin Gothic Demi Cond" panose="020B0706030402020204" pitchFamily="34" charset="0"/>
              </a:rPr>
            </a:br>
            <a:endParaRPr lang="en-US" sz="4000" dirty="0">
              <a:latin typeface="Franklin Gothic Demi Cond" panose="020B0706030402020204" pitchFamily="34" charset="0"/>
            </a:endParaRPr>
          </a:p>
        </p:txBody>
      </p:sp>
      <p:sp>
        <p:nvSpPr>
          <p:cNvPr id="5" name="Text Placeholder 4">
            <a:extLst>
              <a:ext uri="{FF2B5EF4-FFF2-40B4-BE49-F238E27FC236}">
                <a16:creationId xmlns:a16="http://schemas.microsoft.com/office/drawing/2014/main" id="{2D06A6EE-6C99-5404-4815-C7E2EBCFB088}"/>
              </a:ext>
            </a:extLst>
          </p:cNvPr>
          <p:cNvSpPr>
            <a:spLocks noGrp="1"/>
          </p:cNvSpPr>
          <p:nvPr>
            <p:ph type="body" sz="quarter" idx="13"/>
          </p:nvPr>
        </p:nvSpPr>
        <p:spPr>
          <a:xfrm>
            <a:off x="416217" y="948895"/>
            <a:ext cx="8337365" cy="3653927"/>
          </a:xfrm>
        </p:spPr>
        <p:txBody>
          <a:bodyPr>
            <a:noAutofit/>
          </a:bodyPr>
          <a:lstStyle/>
          <a:p>
            <a:pPr>
              <a:lnSpc>
                <a:spcPct val="100000"/>
              </a:lnSpc>
              <a:spcBef>
                <a:spcPts val="0"/>
              </a:spcBef>
              <a:spcAft>
                <a:spcPts val="1200"/>
              </a:spcAft>
            </a:pPr>
            <a:endParaRPr lang="en-AU" sz="2400" dirty="0">
              <a:effectLst/>
              <a:latin typeface="Georgia" panose="02040502050405020303" pitchFamily="18" charset="0"/>
              <a:ea typeface="Calibri" panose="020F0502020204030204" pitchFamily="34" charset="0"/>
              <a:cs typeface="Roboto Serif 20pt" pitchFamily="2" charset="0"/>
            </a:endParaRPr>
          </a:p>
          <a:p>
            <a:pPr>
              <a:lnSpc>
                <a:spcPct val="100000"/>
              </a:lnSpc>
              <a:spcBef>
                <a:spcPts val="0"/>
              </a:spcBef>
              <a:spcAft>
                <a:spcPts val="1200"/>
              </a:spcAft>
            </a:pPr>
            <a:r>
              <a:rPr lang="en-AU" sz="2400" dirty="0">
                <a:effectLst/>
                <a:latin typeface="Georgia" panose="02040502050405020303" pitchFamily="18" charset="0"/>
                <a:ea typeface="Calibri" panose="020F0502020204030204" pitchFamily="34" charset="0"/>
                <a:cs typeface="Roboto Serif 20pt" pitchFamily="2" charset="0"/>
              </a:rPr>
              <a:t>Assess the performance of a brand in a given market.</a:t>
            </a:r>
          </a:p>
          <a:p>
            <a:pPr>
              <a:lnSpc>
                <a:spcPct val="100000"/>
              </a:lnSpc>
              <a:spcBef>
                <a:spcPts val="0"/>
              </a:spcBef>
              <a:spcAft>
                <a:spcPts val="1200"/>
              </a:spcAft>
            </a:pPr>
            <a:endParaRPr lang="en-AU" sz="2400" dirty="0">
              <a:effectLst/>
              <a:latin typeface="Georgia" panose="02040502050405020303" pitchFamily="18" charset="0"/>
              <a:ea typeface="Calibri" panose="020F0502020204030204" pitchFamily="34" charset="0"/>
              <a:cs typeface="Roboto Serif 20pt" pitchFamily="2" charset="0"/>
            </a:endParaRPr>
          </a:p>
          <a:p>
            <a:pPr>
              <a:lnSpc>
                <a:spcPct val="100000"/>
              </a:lnSpc>
              <a:spcBef>
                <a:spcPts val="0"/>
              </a:spcBef>
              <a:spcAft>
                <a:spcPts val="1200"/>
              </a:spcAft>
            </a:pPr>
            <a:r>
              <a:rPr lang="en-AU" sz="2400" dirty="0">
                <a:effectLst/>
                <a:latin typeface="Georgia" panose="02040502050405020303" pitchFamily="18" charset="0"/>
                <a:ea typeface="Calibri" panose="020F0502020204030204" pitchFamily="34" charset="0"/>
                <a:cs typeface="Roboto Serif 20pt" pitchFamily="2" charset="0"/>
              </a:rPr>
              <a:t>Compare a brand’s performance relative to other brands.</a:t>
            </a:r>
          </a:p>
          <a:p>
            <a:pPr>
              <a:lnSpc>
                <a:spcPct val="100000"/>
              </a:lnSpc>
              <a:spcBef>
                <a:spcPts val="0"/>
              </a:spcBef>
              <a:spcAft>
                <a:spcPts val="1200"/>
              </a:spcAft>
            </a:pPr>
            <a:endParaRPr lang="en-AU" sz="2400" dirty="0">
              <a:effectLst/>
              <a:latin typeface="Georgia" panose="02040502050405020303" pitchFamily="18" charset="0"/>
              <a:ea typeface="Calibri" panose="020F0502020204030204" pitchFamily="34" charset="0"/>
              <a:cs typeface="Roboto Serif 20pt" pitchFamily="2" charset="0"/>
            </a:endParaRPr>
          </a:p>
          <a:p>
            <a:pPr>
              <a:lnSpc>
                <a:spcPct val="100000"/>
              </a:lnSpc>
              <a:spcBef>
                <a:spcPts val="0"/>
              </a:spcBef>
              <a:spcAft>
                <a:spcPts val="1200"/>
              </a:spcAft>
            </a:pPr>
            <a:r>
              <a:rPr lang="en-AU" sz="2400" dirty="0">
                <a:effectLst/>
                <a:latin typeface="Georgia" panose="02040502050405020303" pitchFamily="18" charset="0"/>
                <a:ea typeface="Calibri" panose="020F0502020204030204" pitchFamily="34" charset="0"/>
                <a:cs typeface="Roboto Serif 20pt" pitchFamily="2" charset="0"/>
              </a:rPr>
              <a:t>Identify patterns from brand performance measures.</a:t>
            </a:r>
          </a:p>
        </p:txBody>
      </p:sp>
    </p:spTree>
    <p:extLst>
      <p:ext uri="{BB962C8B-B14F-4D97-AF65-F5344CB8AC3E}">
        <p14:creationId xmlns:p14="http://schemas.microsoft.com/office/powerpoint/2010/main" val="13313892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71DC65DB-0935-2D6B-94CE-04D249FFCD79}"/>
              </a:ext>
            </a:extLst>
          </p:cNvPr>
          <p:cNvSpPr txBox="1">
            <a:spLocks/>
          </p:cNvSpPr>
          <p:nvPr/>
        </p:nvSpPr>
        <p:spPr>
          <a:xfrm>
            <a:off x="416217" y="1177337"/>
            <a:ext cx="8214367" cy="3340100"/>
          </a:xfrm>
          <a:prstGeom prst="rect">
            <a:avLst/>
          </a:prstGeom>
        </p:spPr>
        <p:txBody>
          <a:bodyPr vert="horz" lIns="91440" tIns="45720" rIns="91440" bIns="45720" rtlCol="0">
            <a:normAutofit fontScale="92500" lnSpcReduction="10000"/>
          </a:bodyPr>
          <a:lstStyle>
            <a:lvl1pPr marL="0" indent="0" algn="l" rtl="0" eaLnBrk="1" fontAlgn="base" hangingPunct="1">
              <a:lnSpc>
                <a:spcPts val="1780"/>
              </a:lnSpc>
              <a:spcBef>
                <a:spcPct val="20000"/>
              </a:spcBef>
              <a:spcAft>
                <a:spcPct val="0"/>
              </a:spcAft>
              <a:buNone/>
              <a:defRPr sz="1200" b="0" i="0">
                <a:solidFill>
                  <a:schemeClr val="tx1"/>
                </a:solidFill>
                <a:latin typeface="Roboto Serif 20pt" pitchFamily="2" charset="77"/>
                <a:ea typeface="Roboto Serif 20pt" pitchFamily="2" charset="77"/>
                <a:cs typeface="Roboto Serif 20pt" pitchFamily="2" charset="77"/>
              </a:defRPr>
            </a:lvl1pPr>
            <a:lvl2pPr marL="7938" indent="0" algn="l" rtl="0" eaLnBrk="1" fontAlgn="base" hangingPunct="1">
              <a:lnSpc>
                <a:spcPts val="1780"/>
              </a:lnSpc>
              <a:spcBef>
                <a:spcPct val="20000"/>
              </a:spcBef>
              <a:spcAft>
                <a:spcPct val="0"/>
              </a:spcAft>
              <a:buSzPct val="110000"/>
              <a:buFont typeface="Arial" panose="020B0604020202020204" pitchFamily="34" charset="0"/>
              <a:buNone/>
              <a:tabLst/>
              <a:defRPr sz="1200">
                <a:solidFill>
                  <a:schemeClr val="tx1"/>
                </a:solidFill>
                <a:latin typeface="Roboto Serif 20pt" pitchFamily="2" charset="77"/>
                <a:ea typeface="Roboto Serif 20pt" pitchFamily="2" charset="77"/>
                <a:cs typeface="Roboto Serif 20pt" pitchFamily="2" charset="77"/>
              </a:defRPr>
            </a:lvl2pPr>
            <a:lvl3pPr marL="222250" indent="-222250"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3pPr>
            <a:lvl4pPr marL="222250" indent="-2143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4pPr>
            <a:lvl5pPr marL="239713" indent="-2397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a:lnSpc>
                <a:spcPct val="150000"/>
              </a:lnSpc>
            </a:pPr>
            <a:r>
              <a:rPr lang="en-US" sz="1800" b="0" i="0" kern="0" dirty="0">
                <a:latin typeface="Georgia" panose="02040502050405020303" pitchFamily="18" charset="0"/>
              </a:rPr>
              <a:t>‘Juicy’ is a company producing orange juice in Australia and needs to assess the performance of its brand in terms of:</a:t>
            </a:r>
          </a:p>
          <a:p>
            <a:endParaRPr lang="en-US" sz="1800" b="0" i="0" kern="0" dirty="0">
              <a:latin typeface="Georgia" panose="02040502050405020303" pitchFamily="18" charset="0"/>
            </a:endParaRPr>
          </a:p>
          <a:p>
            <a:r>
              <a:rPr lang="en-US" sz="1800" b="0" i="0" kern="0" dirty="0">
                <a:latin typeface="Georgia" panose="02040502050405020303" pitchFamily="18" charset="0"/>
              </a:rPr>
              <a:t>	Overall level of sales with respect to the category</a:t>
            </a:r>
          </a:p>
          <a:p>
            <a:r>
              <a:rPr lang="en-US" sz="1800" b="0" i="0" kern="0" dirty="0">
                <a:latin typeface="Georgia" panose="02040502050405020303" pitchFamily="18" charset="0"/>
              </a:rPr>
              <a:t>	Number of people purchasing the brand</a:t>
            </a:r>
          </a:p>
          <a:p>
            <a:r>
              <a:rPr lang="en-US" sz="1800" b="0" i="0" kern="0" dirty="0">
                <a:latin typeface="Georgia" panose="02040502050405020303" pitchFamily="18" charset="0"/>
              </a:rPr>
              <a:t>	Average quantities purchased </a:t>
            </a:r>
          </a:p>
          <a:p>
            <a:r>
              <a:rPr lang="en-US" sz="1800" b="0" i="0" kern="0" dirty="0">
                <a:latin typeface="Georgia" panose="02040502050405020303" pitchFamily="18" charset="0"/>
              </a:rPr>
              <a:t>	Level of customer loyalty</a:t>
            </a:r>
          </a:p>
          <a:p>
            <a:endParaRPr lang="en-US" sz="1800" b="0" i="0" kern="0" dirty="0">
              <a:latin typeface="Georgia" panose="02040502050405020303" pitchFamily="18" charset="0"/>
            </a:endParaRPr>
          </a:p>
          <a:p>
            <a:pPr>
              <a:lnSpc>
                <a:spcPct val="150000"/>
              </a:lnSpc>
            </a:pPr>
            <a:r>
              <a:rPr lang="en-US" sz="1800" b="0" i="0" kern="0" dirty="0">
                <a:latin typeface="Georgia" panose="02040502050405020303" pitchFamily="18" charset="0"/>
              </a:rPr>
              <a:t>Which brand performance measures can be calculated to assess </a:t>
            </a:r>
            <a:r>
              <a:rPr lang="en-US" sz="1800" b="0" i="0" kern="0" dirty="0" err="1">
                <a:latin typeface="Georgia" panose="02040502050405020303" pitchFamily="18" charset="0"/>
              </a:rPr>
              <a:t>Juicy’s</a:t>
            </a:r>
            <a:r>
              <a:rPr lang="en-US" sz="1800" b="0" i="0" kern="0" dirty="0">
                <a:latin typeface="Georgia" panose="02040502050405020303" pitchFamily="18" charset="0"/>
              </a:rPr>
              <a:t> performance?</a:t>
            </a:r>
          </a:p>
          <a:p>
            <a:endParaRPr lang="en-US" sz="1800" b="0" i="0" kern="0" dirty="0">
              <a:latin typeface="Georgia" panose="02040502050405020303" pitchFamily="18" charset="0"/>
            </a:endParaRPr>
          </a:p>
          <a:p>
            <a:endParaRPr lang="en-US" b="0" i="0" kern="0" dirty="0">
              <a:latin typeface="Georgia" panose="02040502050405020303" pitchFamily="18" charset="0"/>
            </a:endParaRPr>
          </a:p>
          <a:p>
            <a:endParaRPr lang="en-US" b="0" i="0" kern="0" dirty="0">
              <a:latin typeface="Georgia" panose="02040502050405020303" pitchFamily="18" charset="0"/>
            </a:endParaRPr>
          </a:p>
        </p:txBody>
      </p:sp>
      <p:sp>
        <p:nvSpPr>
          <p:cNvPr id="15" name="Footer Placeholder 4">
            <a:extLst>
              <a:ext uri="{FF2B5EF4-FFF2-40B4-BE49-F238E27FC236}">
                <a16:creationId xmlns:a16="http://schemas.microsoft.com/office/drawing/2014/main" id="{713E7930-ABA6-3598-E38B-05E68BB43BEF}"/>
              </a:ext>
            </a:extLst>
          </p:cNvPr>
          <p:cNvSpPr>
            <a:spLocks noGrp="1"/>
          </p:cNvSpPr>
          <p:nvPr>
            <p:ph type="ftr" sz="quarter" idx="16"/>
          </p:nvPr>
        </p:nvSpPr>
        <p:spPr>
          <a:xfrm>
            <a:off x="8248269" y="4729559"/>
            <a:ext cx="455872" cy="274637"/>
          </a:xfrm>
        </p:spPr>
        <p:txBody>
          <a:bodyPr/>
          <a:lstStyle/>
          <a:p>
            <a:pPr>
              <a:spcAft>
                <a:spcPts val="600"/>
              </a:spcAft>
            </a:pPr>
            <a:fld id="{C3F62AED-D9F3-3244-98A0-8AC49C77FEC7}" type="slidenum">
              <a:rPr lang="en-US" smtClean="0"/>
              <a:pPr>
                <a:spcAft>
                  <a:spcPts val="600"/>
                </a:spcAft>
              </a:pPr>
              <a:t>4</a:t>
            </a:fld>
            <a:endParaRPr lang="en-US"/>
          </a:p>
        </p:txBody>
      </p:sp>
      <p:sp>
        <p:nvSpPr>
          <p:cNvPr id="12" name="Title 1">
            <a:extLst>
              <a:ext uri="{FF2B5EF4-FFF2-40B4-BE49-F238E27FC236}">
                <a16:creationId xmlns:a16="http://schemas.microsoft.com/office/drawing/2014/main" id="{46FA0AF3-E242-CD9C-F3B6-B6075019C252}"/>
              </a:ext>
            </a:extLst>
          </p:cNvPr>
          <p:cNvSpPr>
            <a:spLocks noGrp="1"/>
          </p:cNvSpPr>
          <p:nvPr>
            <p:ph type="title"/>
          </p:nvPr>
        </p:nvSpPr>
        <p:spPr>
          <a:xfrm>
            <a:off x="416217" y="171520"/>
            <a:ext cx="7886700" cy="461665"/>
          </a:xfrm>
        </p:spPr>
        <p:txBody>
          <a:bodyPr/>
          <a:lstStyle/>
          <a:p>
            <a:r>
              <a:rPr lang="en-AU" sz="4400" dirty="0"/>
              <a:t>Juicy</a:t>
            </a:r>
          </a:p>
        </p:txBody>
      </p:sp>
    </p:spTree>
    <p:extLst>
      <p:ext uri="{BB962C8B-B14F-4D97-AF65-F5344CB8AC3E}">
        <p14:creationId xmlns:p14="http://schemas.microsoft.com/office/powerpoint/2010/main" val="31575140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DD175-FA39-5447-0E20-C4004A7B72FD}"/>
            </a:ext>
          </a:extLst>
        </p:cNvPr>
        <p:cNvGrpSpPr/>
        <p:nvPr/>
      </p:nvGrpSpPr>
      <p:grpSpPr>
        <a:xfrm>
          <a:off x="0" y="0"/>
          <a:ext cx="0" cy="0"/>
          <a:chOff x="0" y="0"/>
          <a:chExt cx="0" cy="0"/>
        </a:xfrm>
      </p:grpSpPr>
      <p:sp>
        <p:nvSpPr>
          <p:cNvPr id="6" name="Text Placeholder 4">
            <a:extLst>
              <a:ext uri="{FF2B5EF4-FFF2-40B4-BE49-F238E27FC236}">
                <a16:creationId xmlns:a16="http://schemas.microsoft.com/office/drawing/2014/main" id="{CB4F83CF-4522-E7AA-1D36-F62F90A3BD85}"/>
              </a:ext>
            </a:extLst>
          </p:cNvPr>
          <p:cNvSpPr txBox="1">
            <a:spLocks/>
          </p:cNvSpPr>
          <p:nvPr/>
        </p:nvSpPr>
        <p:spPr>
          <a:xfrm>
            <a:off x="416217" y="1177337"/>
            <a:ext cx="8214367" cy="3340100"/>
          </a:xfrm>
          <a:prstGeom prst="rect">
            <a:avLst/>
          </a:prstGeom>
        </p:spPr>
        <p:txBody>
          <a:bodyPr vert="horz" lIns="91440" tIns="45720" rIns="91440" bIns="45720" rtlCol="0">
            <a:normAutofit/>
          </a:bodyPr>
          <a:lstStyle>
            <a:lvl1pPr marL="0" indent="0" algn="l" rtl="0" eaLnBrk="1" fontAlgn="base" hangingPunct="1">
              <a:lnSpc>
                <a:spcPts val="1780"/>
              </a:lnSpc>
              <a:spcBef>
                <a:spcPct val="20000"/>
              </a:spcBef>
              <a:spcAft>
                <a:spcPct val="0"/>
              </a:spcAft>
              <a:buNone/>
              <a:defRPr sz="1200" b="0" i="0">
                <a:solidFill>
                  <a:schemeClr val="tx1"/>
                </a:solidFill>
                <a:latin typeface="Roboto Serif 20pt" pitchFamily="2" charset="77"/>
                <a:ea typeface="Roboto Serif 20pt" pitchFamily="2" charset="77"/>
                <a:cs typeface="Roboto Serif 20pt" pitchFamily="2" charset="77"/>
              </a:defRPr>
            </a:lvl1pPr>
            <a:lvl2pPr marL="7938" indent="0" algn="l" rtl="0" eaLnBrk="1" fontAlgn="base" hangingPunct="1">
              <a:lnSpc>
                <a:spcPts val="1780"/>
              </a:lnSpc>
              <a:spcBef>
                <a:spcPct val="20000"/>
              </a:spcBef>
              <a:spcAft>
                <a:spcPct val="0"/>
              </a:spcAft>
              <a:buSzPct val="110000"/>
              <a:buFont typeface="Arial" panose="020B0604020202020204" pitchFamily="34" charset="0"/>
              <a:buNone/>
              <a:tabLst/>
              <a:defRPr sz="1200">
                <a:solidFill>
                  <a:schemeClr val="tx1"/>
                </a:solidFill>
                <a:latin typeface="Roboto Serif 20pt" pitchFamily="2" charset="77"/>
                <a:ea typeface="Roboto Serif 20pt" pitchFamily="2" charset="77"/>
                <a:cs typeface="Roboto Serif 20pt" pitchFamily="2" charset="77"/>
              </a:defRPr>
            </a:lvl2pPr>
            <a:lvl3pPr marL="222250" indent="-222250"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3pPr>
            <a:lvl4pPr marL="222250" indent="-2143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4pPr>
            <a:lvl5pPr marL="239713" indent="-2397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a:lnSpc>
                <a:spcPct val="150000"/>
              </a:lnSpc>
            </a:pPr>
            <a:r>
              <a:rPr lang="en-US" sz="2300" b="0" i="0" kern="0" dirty="0">
                <a:latin typeface="Georgia" panose="02040502050405020303" pitchFamily="18" charset="0"/>
              </a:rPr>
              <a:t>Shopper:</a:t>
            </a:r>
            <a:r>
              <a:rPr lang="en-US" sz="2300" kern="0" dirty="0">
                <a:latin typeface="Georgia" panose="02040502050405020303" pitchFamily="18" charset="0"/>
              </a:rPr>
              <a:t> </a:t>
            </a:r>
            <a:r>
              <a:rPr lang="en-US" sz="2300" b="0" i="0" kern="0" dirty="0">
                <a:latin typeface="Georgia" panose="02040502050405020303" pitchFamily="18" charset="0"/>
              </a:rPr>
              <a:t>All the potential buyers regardless of whether they buy or not. </a:t>
            </a:r>
          </a:p>
          <a:p>
            <a:endParaRPr lang="en-US" sz="2300" kern="0" dirty="0">
              <a:latin typeface="Georgia" panose="02040502050405020303" pitchFamily="18" charset="0"/>
            </a:endParaRPr>
          </a:p>
          <a:p>
            <a:r>
              <a:rPr lang="en-US" sz="2300" b="0" i="0" kern="0" dirty="0">
                <a:latin typeface="Georgia" panose="02040502050405020303" pitchFamily="18" charset="0"/>
              </a:rPr>
              <a:t>	A shopper can have a purchase rate of zero.</a:t>
            </a:r>
          </a:p>
          <a:p>
            <a:endParaRPr lang="en-US" sz="2300" b="0" i="0" kern="0" dirty="0">
              <a:latin typeface="Georgia" panose="02040502050405020303" pitchFamily="18" charset="0"/>
            </a:endParaRPr>
          </a:p>
          <a:p>
            <a:r>
              <a:rPr lang="en-US" sz="2300" b="0" i="0" kern="0" dirty="0">
                <a:latin typeface="Georgia" panose="02040502050405020303" pitchFamily="18" charset="0"/>
              </a:rPr>
              <a:t>Buyer: A shopper who makes at least one purchase.</a:t>
            </a:r>
          </a:p>
          <a:p>
            <a:endParaRPr lang="en-US" sz="2300" b="0" i="0" kern="0" dirty="0">
              <a:latin typeface="Georgia" panose="02040502050405020303" pitchFamily="18" charset="0"/>
            </a:endParaRPr>
          </a:p>
          <a:p>
            <a:endParaRPr lang="en-US" sz="1800" b="0" i="0" kern="0" dirty="0">
              <a:latin typeface="Georgia" panose="02040502050405020303" pitchFamily="18" charset="0"/>
            </a:endParaRPr>
          </a:p>
          <a:p>
            <a:endParaRPr lang="en-US" b="0" i="0" kern="0" dirty="0">
              <a:latin typeface="Georgia" panose="02040502050405020303" pitchFamily="18" charset="0"/>
            </a:endParaRPr>
          </a:p>
          <a:p>
            <a:endParaRPr lang="en-US" b="0" i="0" kern="0" dirty="0">
              <a:latin typeface="Georgia" panose="02040502050405020303" pitchFamily="18" charset="0"/>
            </a:endParaRPr>
          </a:p>
        </p:txBody>
      </p:sp>
      <p:sp>
        <p:nvSpPr>
          <p:cNvPr id="15" name="Footer Placeholder 4">
            <a:extLst>
              <a:ext uri="{FF2B5EF4-FFF2-40B4-BE49-F238E27FC236}">
                <a16:creationId xmlns:a16="http://schemas.microsoft.com/office/drawing/2014/main" id="{E63817C9-9477-50DF-902A-08970410DD35}"/>
              </a:ext>
            </a:extLst>
          </p:cNvPr>
          <p:cNvSpPr>
            <a:spLocks noGrp="1"/>
          </p:cNvSpPr>
          <p:nvPr>
            <p:ph type="ftr" sz="quarter" idx="16"/>
          </p:nvPr>
        </p:nvSpPr>
        <p:spPr>
          <a:xfrm>
            <a:off x="8248269" y="4729559"/>
            <a:ext cx="455872" cy="274637"/>
          </a:xfrm>
        </p:spPr>
        <p:txBody>
          <a:bodyPr/>
          <a:lstStyle/>
          <a:p>
            <a:pPr>
              <a:spcAft>
                <a:spcPts val="600"/>
              </a:spcAft>
            </a:pPr>
            <a:fld id="{C3F62AED-D9F3-3244-98A0-8AC49C77FEC7}" type="slidenum">
              <a:rPr lang="en-US" smtClean="0"/>
              <a:pPr>
                <a:spcAft>
                  <a:spcPts val="600"/>
                </a:spcAft>
              </a:pPr>
              <a:t>5</a:t>
            </a:fld>
            <a:endParaRPr lang="en-US"/>
          </a:p>
        </p:txBody>
      </p:sp>
      <p:sp>
        <p:nvSpPr>
          <p:cNvPr id="12" name="Title 1">
            <a:extLst>
              <a:ext uri="{FF2B5EF4-FFF2-40B4-BE49-F238E27FC236}">
                <a16:creationId xmlns:a16="http://schemas.microsoft.com/office/drawing/2014/main" id="{CC5112FB-5E49-3605-009B-8A24FAEA04B3}"/>
              </a:ext>
            </a:extLst>
          </p:cNvPr>
          <p:cNvSpPr>
            <a:spLocks noGrp="1"/>
          </p:cNvSpPr>
          <p:nvPr>
            <p:ph type="title"/>
          </p:nvPr>
        </p:nvSpPr>
        <p:spPr>
          <a:xfrm>
            <a:off x="416217" y="171520"/>
            <a:ext cx="7886700" cy="461665"/>
          </a:xfrm>
        </p:spPr>
        <p:txBody>
          <a:bodyPr/>
          <a:lstStyle/>
          <a:p>
            <a:r>
              <a:rPr lang="en-US" sz="4000" dirty="0">
                <a:latin typeface="Franklin Gothic Demi Cond" panose="020B0706030402020204" pitchFamily="34" charset="0"/>
              </a:rPr>
              <a:t>Shopper vs. Buyer</a:t>
            </a:r>
            <a:br>
              <a:rPr lang="en-US" sz="4000" dirty="0">
                <a:latin typeface="Franklin Gothic Demi Cond" panose="020B0706030402020204" pitchFamily="34" charset="0"/>
              </a:rPr>
            </a:br>
            <a:endParaRPr lang="en-US" sz="4000" dirty="0">
              <a:latin typeface="Franklin Gothic Demi Cond" panose="020B0706030402020204" pitchFamily="34" charset="0"/>
            </a:endParaRPr>
          </a:p>
        </p:txBody>
      </p:sp>
    </p:spTree>
    <p:extLst>
      <p:ext uri="{BB962C8B-B14F-4D97-AF65-F5344CB8AC3E}">
        <p14:creationId xmlns:p14="http://schemas.microsoft.com/office/powerpoint/2010/main" val="318550989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904AE-4150-F499-F105-C92C25AB0A21}"/>
            </a:ext>
          </a:extLst>
        </p:cNvPr>
        <p:cNvGrpSpPr/>
        <p:nvPr/>
      </p:nvGrpSpPr>
      <p:grpSpPr>
        <a:xfrm>
          <a:off x="0" y="0"/>
          <a:ext cx="0" cy="0"/>
          <a:chOff x="0" y="0"/>
          <a:chExt cx="0" cy="0"/>
        </a:xfrm>
      </p:grpSpPr>
      <p:sp>
        <p:nvSpPr>
          <p:cNvPr id="6" name="Text Placeholder 4">
            <a:extLst>
              <a:ext uri="{FF2B5EF4-FFF2-40B4-BE49-F238E27FC236}">
                <a16:creationId xmlns:a16="http://schemas.microsoft.com/office/drawing/2014/main" id="{35FB4C97-C935-3DDA-F553-43B20ED5E6D8}"/>
              </a:ext>
            </a:extLst>
          </p:cNvPr>
          <p:cNvSpPr txBox="1">
            <a:spLocks/>
          </p:cNvSpPr>
          <p:nvPr/>
        </p:nvSpPr>
        <p:spPr>
          <a:xfrm>
            <a:off x="416217" y="1177337"/>
            <a:ext cx="8214367" cy="3340100"/>
          </a:xfrm>
          <a:prstGeom prst="rect">
            <a:avLst/>
          </a:prstGeom>
        </p:spPr>
        <p:txBody>
          <a:bodyPr vert="horz" lIns="91440" tIns="45720" rIns="91440" bIns="45720" rtlCol="0">
            <a:normAutofit/>
          </a:bodyPr>
          <a:lstStyle>
            <a:lvl1pPr marL="0" indent="0" algn="l" rtl="0" eaLnBrk="1" fontAlgn="base" hangingPunct="1">
              <a:lnSpc>
                <a:spcPts val="1780"/>
              </a:lnSpc>
              <a:spcBef>
                <a:spcPct val="20000"/>
              </a:spcBef>
              <a:spcAft>
                <a:spcPct val="0"/>
              </a:spcAft>
              <a:buNone/>
              <a:defRPr sz="1200" b="0" i="0">
                <a:solidFill>
                  <a:schemeClr val="tx1"/>
                </a:solidFill>
                <a:latin typeface="Roboto Serif 20pt" pitchFamily="2" charset="77"/>
                <a:ea typeface="Roboto Serif 20pt" pitchFamily="2" charset="77"/>
                <a:cs typeface="Roboto Serif 20pt" pitchFamily="2" charset="77"/>
              </a:defRPr>
            </a:lvl1pPr>
            <a:lvl2pPr marL="7938" indent="0" algn="l" rtl="0" eaLnBrk="1" fontAlgn="base" hangingPunct="1">
              <a:lnSpc>
                <a:spcPts val="1780"/>
              </a:lnSpc>
              <a:spcBef>
                <a:spcPct val="20000"/>
              </a:spcBef>
              <a:spcAft>
                <a:spcPct val="0"/>
              </a:spcAft>
              <a:buSzPct val="110000"/>
              <a:buFont typeface="Arial" panose="020B0604020202020204" pitchFamily="34" charset="0"/>
              <a:buNone/>
              <a:tabLst/>
              <a:defRPr sz="1200">
                <a:solidFill>
                  <a:schemeClr val="tx1"/>
                </a:solidFill>
                <a:latin typeface="Roboto Serif 20pt" pitchFamily="2" charset="77"/>
                <a:ea typeface="Roboto Serif 20pt" pitchFamily="2" charset="77"/>
                <a:cs typeface="Roboto Serif 20pt" pitchFamily="2" charset="77"/>
              </a:defRPr>
            </a:lvl2pPr>
            <a:lvl3pPr marL="222250" indent="-222250"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3pPr>
            <a:lvl4pPr marL="222250" indent="-2143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4pPr>
            <a:lvl5pPr marL="239713" indent="-2397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a:lnSpc>
                <a:spcPct val="150000"/>
              </a:lnSpc>
            </a:pPr>
            <a:r>
              <a:rPr lang="en-US" sz="2300" b="0" i="0" kern="0" dirty="0">
                <a:latin typeface="Georgia" panose="02040502050405020303" pitchFamily="18" charset="0"/>
              </a:rPr>
              <a:t>Market Share (%): The percentage of total sales (purchase, volume or value) in a market captured by a brand.</a:t>
            </a:r>
          </a:p>
          <a:p>
            <a:endParaRPr lang="en-US" sz="2300" b="0" i="0" kern="0" dirty="0">
              <a:latin typeface="Georgia" panose="02040502050405020303" pitchFamily="18" charset="0"/>
            </a:endParaRPr>
          </a:p>
          <a:p>
            <a:endParaRPr lang="en-US" sz="2300" b="0" i="0" kern="0" dirty="0">
              <a:latin typeface="Georgia" panose="02040502050405020303" pitchFamily="18" charset="0"/>
            </a:endParaRPr>
          </a:p>
          <a:p>
            <a:endParaRPr lang="en-US" sz="2300" b="0" i="0" kern="0" dirty="0">
              <a:latin typeface="Georgia" panose="02040502050405020303" pitchFamily="18" charset="0"/>
            </a:endParaRPr>
          </a:p>
          <a:p>
            <a:r>
              <a:rPr lang="en-US" sz="2300" b="0" i="0" kern="0" dirty="0">
                <a:latin typeface="Georgia" panose="02040502050405020303" pitchFamily="18" charset="0"/>
              </a:rPr>
              <a:t>Penetration (%): The proportion of shoppers who are buyers.</a:t>
            </a:r>
            <a:endParaRPr lang="en-US" sz="1800" b="0" i="0" kern="0" dirty="0">
              <a:latin typeface="Georgia" panose="02040502050405020303" pitchFamily="18" charset="0"/>
            </a:endParaRPr>
          </a:p>
          <a:p>
            <a:endParaRPr lang="en-US" b="0" i="0" kern="0" dirty="0">
              <a:latin typeface="Georgia" panose="02040502050405020303" pitchFamily="18" charset="0"/>
            </a:endParaRPr>
          </a:p>
          <a:p>
            <a:endParaRPr lang="en-US" b="0" i="0" kern="0" dirty="0">
              <a:latin typeface="Georgia" panose="02040502050405020303" pitchFamily="18" charset="0"/>
            </a:endParaRPr>
          </a:p>
        </p:txBody>
      </p:sp>
      <p:sp>
        <p:nvSpPr>
          <p:cNvPr id="15" name="Footer Placeholder 4">
            <a:extLst>
              <a:ext uri="{FF2B5EF4-FFF2-40B4-BE49-F238E27FC236}">
                <a16:creationId xmlns:a16="http://schemas.microsoft.com/office/drawing/2014/main" id="{2FAE9400-07BB-DE2C-225C-4B5621FD297D}"/>
              </a:ext>
            </a:extLst>
          </p:cNvPr>
          <p:cNvSpPr>
            <a:spLocks noGrp="1"/>
          </p:cNvSpPr>
          <p:nvPr>
            <p:ph type="ftr" sz="quarter" idx="16"/>
          </p:nvPr>
        </p:nvSpPr>
        <p:spPr>
          <a:xfrm>
            <a:off x="8248269" y="4729559"/>
            <a:ext cx="455872" cy="274637"/>
          </a:xfrm>
        </p:spPr>
        <p:txBody>
          <a:bodyPr/>
          <a:lstStyle/>
          <a:p>
            <a:pPr>
              <a:spcAft>
                <a:spcPts val="600"/>
              </a:spcAft>
            </a:pPr>
            <a:fld id="{C3F62AED-D9F3-3244-98A0-8AC49C77FEC7}" type="slidenum">
              <a:rPr lang="en-US" smtClean="0"/>
              <a:pPr>
                <a:spcAft>
                  <a:spcPts val="600"/>
                </a:spcAft>
              </a:pPr>
              <a:t>6</a:t>
            </a:fld>
            <a:endParaRPr lang="en-US"/>
          </a:p>
        </p:txBody>
      </p:sp>
      <p:sp>
        <p:nvSpPr>
          <p:cNvPr id="12" name="Title 1">
            <a:extLst>
              <a:ext uri="{FF2B5EF4-FFF2-40B4-BE49-F238E27FC236}">
                <a16:creationId xmlns:a16="http://schemas.microsoft.com/office/drawing/2014/main" id="{D58B4C67-8643-3FCA-6593-A9D6911F9E4C}"/>
              </a:ext>
            </a:extLst>
          </p:cNvPr>
          <p:cNvSpPr>
            <a:spLocks noGrp="1"/>
          </p:cNvSpPr>
          <p:nvPr>
            <p:ph type="title"/>
          </p:nvPr>
        </p:nvSpPr>
        <p:spPr>
          <a:xfrm>
            <a:off x="416217" y="171520"/>
            <a:ext cx="7886700" cy="461665"/>
          </a:xfrm>
        </p:spPr>
        <p:txBody>
          <a:bodyPr/>
          <a:lstStyle/>
          <a:p>
            <a:r>
              <a:rPr lang="en-US" sz="4000" dirty="0">
                <a:latin typeface="Franklin Gothic Demi Cond" panose="020B0706030402020204" pitchFamily="34" charset="0"/>
              </a:rPr>
              <a:t>Brand Size Measures</a:t>
            </a:r>
            <a:br>
              <a:rPr lang="en-US" sz="4000" dirty="0">
                <a:latin typeface="Franklin Gothic Demi Cond" panose="020B0706030402020204" pitchFamily="34" charset="0"/>
              </a:rPr>
            </a:br>
            <a:endParaRPr lang="en-US" sz="4000" dirty="0">
              <a:latin typeface="Franklin Gothic Demi Cond" panose="020B0706030402020204" pitchFamily="34" charset="0"/>
            </a:endParaRPr>
          </a:p>
        </p:txBody>
      </p:sp>
    </p:spTree>
    <p:extLst>
      <p:ext uri="{BB962C8B-B14F-4D97-AF65-F5344CB8AC3E}">
        <p14:creationId xmlns:p14="http://schemas.microsoft.com/office/powerpoint/2010/main" val="246706304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463B2-55E3-7E51-8BCA-6B95FCE76F61}"/>
            </a:ext>
          </a:extLst>
        </p:cNvPr>
        <p:cNvGrpSpPr/>
        <p:nvPr/>
      </p:nvGrpSpPr>
      <p:grpSpPr>
        <a:xfrm>
          <a:off x="0" y="0"/>
          <a:ext cx="0" cy="0"/>
          <a:chOff x="0" y="0"/>
          <a:chExt cx="0" cy="0"/>
        </a:xfrm>
      </p:grpSpPr>
      <p:sp>
        <p:nvSpPr>
          <p:cNvPr id="6" name="Text Placeholder 4">
            <a:extLst>
              <a:ext uri="{FF2B5EF4-FFF2-40B4-BE49-F238E27FC236}">
                <a16:creationId xmlns:a16="http://schemas.microsoft.com/office/drawing/2014/main" id="{3963A1B3-4A9B-8683-41D6-729CD652BBE8}"/>
              </a:ext>
            </a:extLst>
          </p:cNvPr>
          <p:cNvSpPr txBox="1">
            <a:spLocks/>
          </p:cNvSpPr>
          <p:nvPr/>
        </p:nvSpPr>
        <p:spPr>
          <a:xfrm>
            <a:off x="416217" y="1177337"/>
            <a:ext cx="8214367" cy="3340100"/>
          </a:xfrm>
          <a:prstGeom prst="rect">
            <a:avLst/>
          </a:prstGeom>
        </p:spPr>
        <p:txBody>
          <a:bodyPr vert="horz" lIns="91440" tIns="45720" rIns="91440" bIns="45720" rtlCol="0">
            <a:normAutofit fontScale="70000" lnSpcReduction="20000"/>
          </a:bodyPr>
          <a:lstStyle>
            <a:lvl1pPr marL="0" indent="0" algn="l" rtl="0" eaLnBrk="1" fontAlgn="base" hangingPunct="1">
              <a:lnSpc>
                <a:spcPts val="1780"/>
              </a:lnSpc>
              <a:spcBef>
                <a:spcPct val="20000"/>
              </a:spcBef>
              <a:spcAft>
                <a:spcPct val="0"/>
              </a:spcAft>
              <a:buNone/>
              <a:defRPr sz="1200" b="0" i="0">
                <a:solidFill>
                  <a:schemeClr val="tx1"/>
                </a:solidFill>
                <a:latin typeface="Roboto Serif 20pt" pitchFamily="2" charset="77"/>
                <a:ea typeface="Roboto Serif 20pt" pitchFamily="2" charset="77"/>
                <a:cs typeface="Roboto Serif 20pt" pitchFamily="2" charset="77"/>
              </a:defRPr>
            </a:lvl1pPr>
            <a:lvl2pPr marL="7938" indent="0" algn="l" rtl="0" eaLnBrk="1" fontAlgn="base" hangingPunct="1">
              <a:lnSpc>
                <a:spcPts val="1780"/>
              </a:lnSpc>
              <a:spcBef>
                <a:spcPct val="20000"/>
              </a:spcBef>
              <a:spcAft>
                <a:spcPct val="0"/>
              </a:spcAft>
              <a:buSzPct val="110000"/>
              <a:buFont typeface="Arial" panose="020B0604020202020204" pitchFamily="34" charset="0"/>
              <a:buNone/>
              <a:tabLst/>
              <a:defRPr sz="1200">
                <a:solidFill>
                  <a:schemeClr val="tx1"/>
                </a:solidFill>
                <a:latin typeface="Roboto Serif 20pt" pitchFamily="2" charset="77"/>
                <a:ea typeface="Roboto Serif 20pt" pitchFamily="2" charset="77"/>
                <a:cs typeface="Roboto Serif 20pt" pitchFamily="2" charset="77"/>
              </a:defRPr>
            </a:lvl2pPr>
            <a:lvl3pPr marL="222250" indent="-222250"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3pPr>
            <a:lvl4pPr marL="222250" indent="-2143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4pPr>
            <a:lvl5pPr marL="239713" indent="-2397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a:lnSpc>
                <a:spcPct val="150000"/>
              </a:lnSpc>
            </a:pPr>
            <a:r>
              <a:rPr lang="en-US" sz="2300" b="0" i="0" kern="0" dirty="0">
                <a:latin typeface="Georgia" panose="02040502050405020303" pitchFamily="18" charset="0"/>
              </a:rPr>
              <a:t>Purchase Frequency (times): The purchase rate relative to the buyers of a brand.</a:t>
            </a:r>
          </a:p>
          <a:p>
            <a:pPr>
              <a:lnSpc>
                <a:spcPct val="150000"/>
              </a:lnSpc>
            </a:pPr>
            <a:endParaRPr lang="en-US" sz="2300" b="0" i="0" kern="0" dirty="0">
              <a:latin typeface="Georgia" panose="02040502050405020303" pitchFamily="18" charset="0"/>
            </a:endParaRPr>
          </a:p>
          <a:p>
            <a:pPr>
              <a:lnSpc>
                <a:spcPct val="150000"/>
              </a:lnSpc>
            </a:pPr>
            <a:r>
              <a:rPr lang="en-US" sz="2300" b="0" i="0" kern="0" dirty="0">
                <a:latin typeface="Georgia" panose="02040502050405020303" pitchFamily="18" charset="0"/>
              </a:rPr>
              <a:t>Purchase Rate (times): The purchase rate relative to the shoppers of the category.</a:t>
            </a:r>
          </a:p>
          <a:p>
            <a:pPr>
              <a:lnSpc>
                <a:spcPct val="150000"/>
              </a:lnSpc>
            </a:pPr>
            <a:endParaRPr lang="en-US" sz="2300" b="0" i="0" kern="0" dirty="0">
              <a:latin typeface="Georgia" panose="02040502050405020303" pitchFamily="18" charset="0"/>
            </a:endParaRPr>
          </a:p>
          <a:p>
            <a:pPr>
              <a:lnSpc>
                <a:spcPct val="150000"/>
              </a:lnSpc>
            </a:pPr>
            <a:r>
              <a:rPr lang="en-US" sz="2300" b="0" i="0" kern="0" dirty="0">
                <a:latin typeface="Georgia" panose="02040502050405020303" pitchFamily="18" charset="0"/>
              </a:rPr>
              <a:t>Share of Category Requirements (% SCR): The proportion allocated to Brand A of the purchases made in the category by the buyers of Brand A.</a:t>
            </a:r>
            <a:endParaRPr lang="en-US" sz="4500" b="0" i="0" kern="0" dirty="0">
              <a:latin typeface="Georgia" panose="02040502050405020303" pitchFamily="18" charset="0"/>
            </a:endParaRPr>
          </a:p>
          <a:p>
            <a:pPr>
              <a:lnSpc>
                <a:spcPct val="150000"/>
              </a:lnSpc>
            </a:pPr>
            <a:endParaRPr lang="en-US" sz="2300" b="0" i="0" kern="0" dirty="0">
              <a:latin typeface="Georgia" panose="02040502050405020303" pitchFamily="18" charset="0"/>
            </a:endParaRPr>
          </a:p>
          <a:p>
            <a:pPr>
              <a:lnSpc>
                <a:spcPct val="150000"/>
              </a:lnSpc>
            </a:pPr>
            <a:r>
              <a:rPr lang="en-US" sz="2300" b="0" i="0" kern="0" dirty="0">
                <a:latin typeface="Georgia" panose="02040502050405020303" pitchFamily="18" charset="0"/>
              </a:rPr>
              <a:t>100% </a:t>
            </a:r>
            <a:r>
              <a:rPr lang="en-US" sz="2300" b="0" i="0" kern="0" dirty="0" err="1">
                <a:latin typeface="Georgia" panose="02040502050405020303" pitchFamily="18" charset="0"/>
              </a:rPr>
              <a:t>Loyals</a:t>
            </a:r>
            <a:r>
              <a:rPr lang="en-US" sz="2300" b="0" i="0" kern="0" dirty="0">
                <a:latin typeface="Georgia" panose="02040502050405020303" pitchFamily="18" charset="0"/>
              </a:rPr>
              <a:t> (% Sole Buyers): The proportion of brand buyers who only buy the brand.</a:t>
            </a:r>
          </a:p>
          <a:p>
            <a:endParaRPr lang="en-US" b="0" i="0" kern="0" dirty="0">
              <a:latin typeface="Georgia" panose="02040502050405020303" pitchFamily="18" charset="0"/>
            </a:endParaRPr>
          </a:p>
        </p:txBody>
      </p:sp>
      <p:sp>
        <p:nvSpPr>
          <p:cNvPr id="15" name="Footer Placeholder 4">
            <a:extLst>
              <a:ext uri="{FF2B5EF4-FFF2-40B4-BE49-F238E27FC236}">
                <a16:creationId xmlns:a16="http://schemas.microsoft.com/office/drawing/2014/main" id="{74D87343-C419-1F6B-0C7C-8114FA2E39BD}"/>
              </a:ext>
            </a:extLst>
          </p:cNvPr>
          <p:cNvSpPr>
            <a:spLocks noGrp="1"/>
          </p:cNvSpPr>
          <p:nvPr>
            <p:ph type="ftr" sz="quarter" idx="16"/>
          </p:nvPr>
        </p:nvSpPr>
        <p:spPr>
          <a:xfrm>
            <a:off x="8248269" y="4729559"/>
            <a:ext cx="455872" cy="274637"/>
          </a:xfrm>
        </p:spPr>
        <p:txBody>
          <a:bodyPr/>
          <a:lstStyle/>
          <a:p>
            <a:pPr>
              <a:spcAft>
                <a:spcPts val="600"/>
              </a:spcAft>
            </a:pPr>
            <a:fld id="{C3F62AED-D9F3-3244-98A0-8AC49C77FEC7}" type="slidenum">
              <a:rPr lang="en-US" smtClean="0"/>
              <a:pPr>
                <a:spcAft>
                  <a:spcPts val="600"/>
                </a:spcAft>
              </a:pPr>
              <a:t>7</a:t>
            </a:fld>
            <a:endParaRPr lang="en-US"/>
          </a:p>
        </p:txBody>
      </p:sp>
      <p:sp>
        <p:nvSpPr>
          <p:cNvPr id="12" name="Title 1">
            <a:extLst>
              <a:ext uri="{FF2B5EF4-FFF2-40B4-BE49-F238E27FC236}">
                <a16:creationId xmlns:a16="http://schemas.microsoft.com/office/drawing/2014/main" id="{3556FE6B-DD8D-87AF-3894-C65C189F38CA}"/>
              </a:ext>
            </a:extLst>
          </p:cNvPr>
          <p:cNvSpPr>
            <a:spLocks noGrp="1"/>
          </p:cNvSpPr>
          <p:nvPr>
            <p:ph type="title"/>
          </p:nvPr>
        </p:nvSpPr>
        <p:spPr>
          <a:xfrm>
            <a:off x="416217" y="171520"/>
            <a:ext cx="7886700" cy="461665"/>
          </a:xfrm>
        </p:spPr>
        <p:txBody>
          <a:bodyPr/>
          <a:lstStyle/>
          <a:p>
            <a:r>
              <a:rPr lang="en-US" sz="4000" dirty="0">
                <a:latin typeface="Franklin Gothic Demi Cond" panose="020B0706030402020204" pitchFamily="34" charset="0"/>
              </a:rPr>
              <a:t>Loyalty Measures</a:t>
            </a:r>
            <a:br>
              <a:rPr lang="en-US" sz="4000" dirty="0">
                <a:latin typeface="Franklin Gothic Demi Cond" panose="020B0706030402020204" pitchFamily="34" charset="0"/>
              </a:rPr>
            </a:br>
            <a:endParaRPr lang="en-US" sz="4000" dirty="0">
              <a:latin typeface="Franklin Gothic Demi Cond" panose="020B0706030402020204" pitchFamily="34" charset="0"/>
            </a:endParaRPr>
          </a:p>
        </p:txBody>
      </p:sp>
    </p:spTree>
    <p:extLst>
      <p:ext uri="{BB962C8B-B14F-4D97-AF65-F5344CB8AC3E}">
        <p14:creationId xmlns:p14="http://schemas.microsoft.com/office/powerpoint/2010/main" val="229913104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4ADF4-FED0-89D6-CAC3-7FF7ED9E0D9B}"/>
            </a:ext>
          </a:extLst>
        </p:cNvPr>
        <p:cNvGrpSpPr/>
        <p:nvPr/>
      </p:nvGrpSpPr>
      <p:grpSpPr>
        <a:xfrm>
          <a:off x="0" y="0"/>
          <a:ext cx="0" cy="0"/>
          <a:chOff x="0" y="0"/>
          <a:chExt cx="0" cy="0"/>
        </a:xfrm>
      </p:grpSpPr>
      <p:sp>
        <p:nvSpPr>
          <p:cNvPr id="6" name="Text Placeholder 4">
            <a:extLst>
              <a:ext uri="{FF2B5EF4-FFF2-40B4-BE49-F238E27FC236}">
                <a16:creationId xmlns:a16="http://schemas.microsoft.com/office/drawing/2014/main" id="{0DD97B2C-9F3D-A0D9-0B70-37BAB5A40B1D}"/>
              </a:ext>
            </a:extLst>
          </p:cNvPr>
          <p:cNvSpPr txBox="1">
            <a:spLocks/>
          </p:cNvSpPr>
          <p:nvPr/>
        </p:nvSpPr>
        <p:spPr>
          <a:xfrm>
            <a:off x="416217" y="1177337"/>
            <a:ext cx="8214367" cy="3340100"/>
          </a:xfrm>
          <a:prstGeom prst="rect">
            <a:avLst/>
          </a:prstGeom>
        </p:spPr>
        <p:txBody>
          <a:bodyPr vert="horz" lIns="91440" tIns="45720" rIns="91440" bIns="45720" rtlCol="0">
            <a:normAutofit fontScale="92500"/>
          </a:bodyPr>
          <a:lstStyle>
            <a:lvl1pPr marL="0" indent="0" algn="l" rtl="0" eaLnBrk="1" fontAlgn="base" hangingPunct="1">
              <a:lnSpc>
                <a:spcPts val="1780"/>
              </a:lnSpc>
              <a:spcBef>
                <a:spcPct val="20000"/>
              </a:spcBef>
              <a:spcAft>
                <a:spcPct val="0"/>
              </a:spcAft>
              <a:buNone/>
              <a:defRPr sz="1200" b="0" i="0">
                <a:solidFill>
                  <a:schemeClr val="tx1"/>
                </a:solidFill>
                <a:latin typeface="Roboto Serif 20pt" pitchFamily="2" charset="77"/>
                <a:ea typeface="Roboto Serif 20pt" pitchFamily="2" charset="77"/>
                <a:cs typeface="Roboto Serif 20pt" pitchFamily="2" charset="77"/>
              </a:defRPr>
            </a:lvl1pPr>
            <a:lvl2pPr marL="7938" indent="0" algn="l" rtl="0" eaLnBrk="1" fontAlgn="base" hangingPunct="1">
              <a:lnSpc>
                <a:spcPts val="1780"/>
              </a:lnSpc>
              <a:spcBef>
                <a:spcPct val="20000"/>
              </a:spcBef>
              <a:spcAft>
                <a:spcPct val="0"/>
              </a:spcAft>
              <a:buSzPct val="110000"/>
              <a:buFont typeface="Arial" panose="020B0604020202020204" pitchFamily="34" charset="0"/>
              <a:buNone/>
              <a:tabLst/>
              <a:defRPr sz="1200">
                <a:solidFill>
                  <a:schemeClr val="tx1"/>
                </a:solidFill>
                <a:latin typeface="Roboto Serif 20pt" pitchFamily="2" charset="77"/>
                <a:ea typeface="Roboto Serif 20pt" pitchFamily="2" charset="77"/>
                <a:cs typeface="Roboto Serif 20pt" pitchFamily="2" charset="77"/>
              </a:defRPr>
            </a:lvl2pPr>
            <a:lvl3pPr marL="222250" indent="-222250"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3pPr>
            <a:lvl4pPr marL="222250" indent="-2143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4pPr>
            <a:lvl5pPr marL="239713" indent="-239713" algn="l" rtl="0" eaLnBrk="1" fontAlgn="base" hangingPunct="1">
              <a:lnSpc>
                <a:spcPts val="1780"/>
              </a:lnSpc>
              <a:spcBef>
                <a:spcPct val="20000"/>
              </a:spcBef>
              <a:spcAft>
                <a:spcPct val="0"/>
              </a:spcAft>
              <a:buChar char="»"/>
              <a:tabLst/>
              <a:defRPr sz="1200">
                <a:solidFill>
                  <a:schemeClr val="tx1"/>
                </a:solidFill>
                <a:latin typeface="Roboto Serif 20pt" pitchFamily="2" charset="77"/>
                <a:ea typeface="Roboto Serif 20pt" pitchFamily="2" charset="77"/>
                <a:cs typeface="Roboto Serif 20pt" pitchFamily="2" charset="77"/>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a:lnSpc>
                <a:spcPct val="150000"/>
              </a:lnSpc>
            </a:pPr>
            <a:r>
              <a:rPr lang="en-US" sz="2300" b="0" i="0" kern="0" dirty="0">
                <a:latin typeface="Georgia" panose="02040502050405020303" pitchFamily="18" charset="0"/>
              </a:rPr>
              <a:t>The constrain between the SIZE of a brand and its level of LOYALTY.</a:t>
            </a:r>
          </a:p>
          <a:p>
            <a:pPr>
              <a:lnSpc>
                <a:spcPct val="150000"/>
              </a:lnSpc>
            </a:pPr>
            <a:endParaRPr lang="en-US" sz="2300" b="0" i="0" kern="0" dirty="0">
              <a:latin typeface="Georgia" panose="02040502050405020303" pitchFamily="18" charset="0"/>
            </a:endParaRPr>
          </a:p>
          <a:p>
            <a:pPr>
              <a:lnSpc>
                <a:spcPct val="150000"/>
              </a:lnSpc>
            </a:pPr>
            <a:r>
              <a:rPr lang="en-US" sz="2300" b="0" i="0" kern="0" dirty="0">
                <a:latin typeface="Georgia" panose="02040502050405020303" pitchFamily="18" charset="0"/>
              </a:rPr>
              <a:t>Bigger brands have more buyers who purchase slightly more often.</a:t>
            </a:r>
          </a:p>
          <a:p>
            <a:pPr>
              <a:lnSpc>
                <a:spcPct val="150000"/>
              </a:lnSpc>
            </a:pPr>
            <a:endParaRPr lang="en-US" sz="2300" b="0" i="0" kern="0" dirty="0">
              <a:latin typeface="Georgia" panose="02040502050405020303" pitchFamily="18" charset="0"/>
            </a:endParaRPr>
          </a:p>
          <a:p>
            <a:pPr>
              <a:lnSpc>
                <a:spcPct val="150000"/>
              </a:lnSpc>
            </a:pPr>
            <a:r>
              <a:rPr lang="en-US" sz="2300" b="0" i="0" kern="0" dirty="0">
                <a:latin typeface="Georgia" panose="02040502050405020303" pitchFamily="18" charset="0"/>
              </a:rPr>
              <a:t>Smaller brands have fewer buyers who purchase slightly less often.</a:t>
            </a:r>
          </a:p>
          <a:p>
            <a:pPr>
              <a:lnSpc>
                <a:spcPct val="150000"/>
              </a:lnSpc>
            </a:pPr>
            <a:endParaRPr lang="en-US" sz="2300" b="0" i="0" kern="0" dirty="0">
              <a:latin typeface="Georgia" panose="02040502050405020303" pitchFamily="18" charset="0"/>
            </a:endParaRPr>
          </a:p>
          <a:p>
            <a:endParaRPr lang="en-US" b="0" i="0" kern="0" dirty="0">
              <a:latin typeface="Georgia" panose="02040502050405020303" pitchFamily="18" charset="0"/>
            </a:endParaRPr>
          </a:p>
        </p:txBody>
      </p:sp>
      <p:sp>
        <p:nvSpPr>
          <p:cNvPr id="15" name="Footer Placeholder 4">
            <a:extLst>
              <a:ext uri="{FF2B5EF4-FFF2-40B4-BE49-F238E27FC236}">
                <a16:creationId xmlns:a16="http://schemas.microsoft.com/office/drawing/2014/main" id="{2F0089B6-F56E-8AAD-966C-5E4BE9937948}"/>
              </a:ext>
            </a:extLst>
          </p:cNvPr>
          <p:cNvSpPr>
            <a:spLocks noGrp="1"/>
          </p:cNvSpPr>
          <p:nvPr>
            <p:ph type="ftr" sz="quarter" idx="16"/>
          </p:nvPr>
        </p:nvSpPr>
        <p:spPr>
          <a:xfrm>
            <a:off x="8248269" y="4729559"/>
            <a:ext cx="455872" cy="274637"/>
          </a:xfrm>
        </p:spPr>
        <p:txBody>
          <a:bodyPr/>
          <a:lstStyle/>
          <a:p>
            <a:pPr>
              <a:spcAft>
                <a:spcPts val="600"/>
              </a:spcAft>
            </a:pPr>
            <a:fld id="{C3F62AED-D9F3-3244-98A0-8AC49C77FEC7}" type="slidenum">
              <a:rPr lang="en-US" smtClean="0"/>
              <a:pPr>
                <a:spcAft>
                  <a:spcPts val="600"/>
                </a:spcAft>
              </a:pPr>
              <a:t>8</a:t>
            </a:fld>
            <a:endParaRPr lang="en-US"/>
          </a:p>
        </p:txBody>
      </p:sp>
      <p:sp>
        <p:nvSpPr>
          <p:cNvPr id="12" name="Title 1">
            <a:extLst>
              <a:ext uri="{FF2B5EF4-FFF2-40B4-BE49-F238E27FC236}">
                <a16:creationId xmlns:a16="http://schemas.microsoft.com/office/drawing/2014/main" id="{2B2AA6A5-CC93-6984-27DA-49D58EEA155B}"/>
              </a:ext>
            </a:extLst>
          </p:cNvPr>
          <p:cNvSpPr>
            <a:spLocks noGrp="1"/>
          </p:cNvSpPr>
          <p:nvPr>
            <p:ph type="title"/>
          </p:nvPr>
        </p:nvSpPr>
        <p:spPr>
          <a:xfrm>
            <a:off x="416217" y="171520"/>
            <a:ext cx="7886700" cy="461665"/>
          </a:xfrm>
        </p:spPr>
        <p:txBody>
          <a:bodyPr/>
          <a:lstStyle/>
          <a:p>
            <a:r>
              <a:rPr lang="en-US" sz="4000" dirty="0">
                <a:latin typeface="Franklin Gothic Demi Cond" panose="020B0706030402020204" pitchFamily="34" charset="0"/>
              </a:rPr>
              <a:t>Double Jeopardy (DJ) Pattern</a:t>
            </a:r>
            <a:br>
              <a:rPr lang="en-US" sz="4000" dirty="0">
                <a:latin typeface="Franklin Gothic Demi Cond" panose="020B0706030402020204" pitchFamily="34" charset="0"/>
              </a:rPr>
            </a:br>
            <a:endParaRPr lang="en-US" sz="4000" dirty="0">
              <a:latin typeface="Franklin Gothic Demi Cond" panose="020B0706030402020204" pitchFamily="34" charset="0"/>
            </a:endParaRPr>
          </a:p>
        </p:txBody>
      </p:sp>
    </p:spTree>
    <p:extLst>
      <p:ext uri="{BB962C8B-B14F-4D97-AF65-F5344CB8AC3E}">
        <p14:creationId xmlns:p14="http://schemas.microsoft.com/office/powerpoint/2010/main" val="144282394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6D8DB-96F0-7617-6B19-313BBCBB4365}"/>
            </a:ext>
          </a:extLst>
        </p:cNvPr>
        <p:cNvGrpSpPr/>
        <p:nvPr/>
      </p:nvGrpSpPr>
      <p:grpSpPr>
        <a:xfrm>
          <a:off x="0" y="0"/>
          <a:ext cx="0" cy="0"/>
          <a:chOff x="0" y="0"/>
          <a:chExt cx="0" cy="0"/>
        </a:xfrm>
      </p:grpSpPr>
      <p:sp>
        <p:nvSpPr>
          <p:cNvPr id="15" name="Footer Placeholder 4">
            <a:extLst>
              <a:ext uri="{FF2B5EF4-FFF2-40B4-BE49-F238E27FC236}">
                <a16:creationId xmlns:a16="http://schemas.microsoft.com/office/drawing/2014/main" id="{F4E9D1EA-14EC-03C4-1E18-83EDC8E0C7C3}"/>
              </a:ext>
            </a:extLst>
          </p:cNvPr>
          <p:cNvSpPr>
            <a:spLocks noGrp="1"/>
          </p:cNvSpPr>
          <p:nvPr>
            <p:ph type="ftr" sz="quarter" idx="16"/>
          </p:nvPr>
        </p:nvSpPr>
        <p:spPr>
          <a:xfrm>
            <a:off x="8248269" y="4729559"/>
            <a:ext cx="455872" cy="274637"/>
          </a:xfrm>
        </p:spPr>
        <p:txBody>
          <a:bodyPr/>
          <a:lstStyle/>
          <a:p>
            <a:pPr>
              <a:spcAft>
                <a:spcPts val="600"/>
              </a:spcAft>
            </a:pPr>
            <a:fld id="{C3F62AED-D9F3-3244-98A0-8AC49C77FEC7}" type="slidenum">
              <a:rPr lang="en-US" smtClean="0"/>
              <a:pPr>
                <a:spcAft>
                  <a:spcPts val="600"/>
                </a:spcAft>
              </a:pPr>
              <a:t>9</a:t>
            </a:fld>
            <a:endParaRPr lang="en-US"/>
          </a:p>
        </p:txBody>
      </p:sp>
      <p:sp>
        <p:nvSpPr>
          <p:cNvPr id="12" name="Title 1">
            <a:extLst>
              <a:ext uri="{FF2B5EF4-FFF2-40B4-BE49-F238E27FC236}">
                <a16:creationId xmlns:a16="http://schemas.microsoft.com/office/drawing/2014/main" id="{C49CB92E-619C-A6A3-AF4A-E566BDB7E17E}"/>
              </a:ext>
            </a:extLst>
          </p:cNvPr>
          <p:cNvSpPr>
            <a:spLocks noGrp="1"/>
          </p:cNvSpPr>
          <p:nvPr>
            <p:ph type="title"/>
          </p:nvPr>
        </p:nvSpPr>
        <p:spPr>
          <a:xfrm>
            <a:off x="416217" y="171520"/>
            <a:ext cx="7886700" cy="461665"/>
          </a:xfrm>
        </p:spPr>
        <p:txBody>
          <a:bodyPr/>
          <a:lstStyle/>
          <a:p>
            <a:r>
              <a:rPr lang="en-US" sz="4000" dirty="0">
                <a:latin typeface="Franklin Gothic Demi Cond" panose="020B0706030402020204" pitchFamily="34" charset="0"/>
              </a:rPr>
              <a:t>Double Jeopardy (DJ) Pattern</a:t>
            </a:r>
            <a:br>
              <a:rPr lang="en-US" sz="4000" dirty="0">
                <a:latin typeface="Franklin Gothic Demi Cond" panose="020B0706030402020204" pitchFamily="34" charset="0"/>
              </a:rPr>
            </a:br>
            <a:endParaRPr lang="en-US" sz="4000" dirty="0">
              <a:latin typeface="Franklin Gothic Demi Cond" panose="020B0706030402020204" pitchFamily="34" charset="0"/>
            </a:endParaRPr>
          </a:p>
        </p:txBody>
      </p:sp>
      <p:graphicFrame>
        <p:nvGraphicFramePr>
          <p:cNvPr id="2" name="Table 1">
            <a:extLst>
              <a:ext uri="{FF2B5EF4-FFF2-40B4-BE49-F238E27FC236}">
                <a16:creationId xmlns:a16="http://schemas.microsoft.com/office/drawing/2014/main" id="{B613CC70-19FB-BE63-67BE-4BB462AEDEE1}"/>
              </a:ext>
            </a:extLst>
          </p:cNvPr>
          <p:cNvGraphicFramePr>
            <a:graphicFrameLocks noGrp="1"/>
          </p:cNvGraphicFramePr>
          <p:nvPr>
            <p:extLst>
              <p:ext uri="{D42A27DB-BD31-4B8C-83A1-F6EECF244321}">
                <p14:modId xmlns:p14="http://schemas.microsoft.com/office/powerpoint/2010/main" val="1072019624"/>
              </p:ext>
            </p:extLst>
          </p:nvPr>
        </p:nvGraphicFramePr>
        <p:xfrm>
          <a:off x="114300" y="927099"/>
          <a:ext cx="8928100" cy="2767379"/>
        </p:xfrm>
        <a:graphic>
          <a:graphicData uri="http://schemas.openxmlformats.org/drawingml/2006/table">
            <a:tbl>
              <a:tblPr/>
              <a:tblGrid>
                <a:gridCol w="4464050">
                  <a:extLst>
                    <a:ext uri="{9D8B030D-6E8A-4147-A177-3AD203B41FA5}">
                      <a16:colId xmlns:a16="http://schemas.microsoft.com/office/drawing/2014/main" val="20000"/>
                    </a:ext>
                  </a:extLst>
                </a:gridCol>
                <a:gridCol w="4464050">
                  <a:extLst>
                    <a:ext uri="{9D8B030D-6E8A-4147-A177-3AD203B41FA5}">
                      <a16:colId xmlns:a16="http://schemas.microsoft.com/office/drawing/2014/main" val="20001"/>
                    </a:ext>
                  </a:extLst>
                </a:gridCol>
              </a:tblGrid>
              <a:tr h="373912">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0" lang="ja-JP" altLang="en-US" sz="2400" b="1" i="0" u="none" strike="noStrike" cap="none" normalizeH="0" baseline="0">
                          <a:ln>
                            <a:noFill/>
                          </a:ln>
                          <a:solidFill>
                            <a:srgbClr val="FFFFFF"/>
                          </a:solidFill>
                          <a:effectLst/>
                          <a:latin typeface="Calibri" charset="0"/>
                          <a:ea typeface="ＭＳ Ｐゴシック" charset="0"/>
                          <a:cs typeface="ＭＳ Ｐゴシック" charset="0"/>
                        </a:rPr>
                        <a:t>‘</a:t>
                      </a:r>
                      <a:r>
                        <a:rPr kumimoji="0" lang="en-US" sz="2400" b="1" i="0" u="none" strike="noStrike" cap="none" normalizeH="0" baseline="0" dirty="0">
                          <a:ln>
                            <a:noFill/>
                          </a:ln>
                          <a:solidFill>
                            <a:srgbClr val="FFFFFF"/>
                          </a:solidFill>
                          <a:effectLst/>
                          <a:latin typeface="Calibri" charset="0"/>
                          <a:ea typeface="ＭＳ Ｐゴシック" charset="0"/>
                          <a:cs typeface="ＭＳ Ｐゴシック" charset="0"/>
                        </a:rPr>
                        <a:t>Bigger</a:t>
                      </a:r>
                      <a:r>
                        <a:rPr kumimoji="0" lang="ja-JP" altLang="en-US" sz="2400" b="1" i="0" u="none" strike="noStrike" cap="none" normalizeH="0" baseline="0">
                          <a:ln>
                            <a:noFill/>
                          </a:ln>
                          <a:solidFill>
                            <a:srgbClr val="FFFFFF"/>
                          </a:solidFill>
                          <a:effectLst/>
                          <a:latin typeface="Calibri" charset="0"/>
                          <a:ea typeface="ＭＳ Ｐゴシック" charset="0"/>
                          <a:cs typeface="ＭＳ Ｐゴシック" charset="0"/>
                        </a:rPr>
                        <a:t>’</a:t>
                      </a:r>
                      <a:r>
                        <a:rPr kumimoji="0" lang="en-US" sz="2400" b="1" i="0" u="none" strike="noStrike" cap="none" normalizeH="0" baseline="0" dirty="0">
                          <a:ln>
                            <a:noFill/>
                          </a:ln>
                          <a:solidFill>
                            <a:srgbClr val="FFFFFF"/>
                          </a:solidFill>
                          <a:effectLst/>
                          <a:latin typeface="Calibri" charset="0"/>
                          <a:ea typeface="ＭＳ Ｐゴシック" charset="0"/>
                          <a:cs typeface="ＭＳ Ｐゴシック" charset="0"/>
                        </a:rPr>
                        <a:t> brands</a:t>
                      </a:r>
                    </a:p>
                  </a:txBody>
                  <a:tcPr marL="91431" marR="91431" marT="45692" marB="45692" anchor="ctr"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80000"/>
                        </a:lnSpc>
                        <a:spcBef>
                          <a:spcPct val="0"/>
                        </a:spcBef>
                        <a:spcAft>
                          <a:spcPct val="0"/>
                        </a:spcAft>
                        <a:buClrTx/>
                        <a:buSzTx/>
                        <a:buFontTx/>
                        <a:buNone/>
                        <a:tabLst/>
                      </a:pPr>
                      <a:r>
                        <a:rPr kumimoji="0" lang="ja-JP" altLang="en-US" sz="2400" b="1" i="0" u="none" strike="noStrike" cap="none" normalizeH="0" baseline="0">
                          <a:ln>
                            <a:noFill/>
                          </a:ln>
                          <a:solidFill>
                            <a:srgbClr val="FFFFFF"/>
                          </a:solidFill>
                          <a:effectLst/>
                          <a:latin typeface="Calibri" charset="0"/>
                          <a:ea typeface="ＭＳ Ｐゴシック" charset="0"/>
                          <a:cs typeface="ＭＳ Ｐゴシック" charset="0"/>
                        </a:rPr>
                        <a:t>‘</a:t>
                      </a:r>
                      <a:r>
                        <a:rPr kumimoji="0" lang="en-US" sz="2400" b="1" i="0" u="none" strike="noStrike" cap="none" normalizeH="0" baseline="0">
                          <a:ln>
                            <a:noFill/>
                          </a:ln>
                          <a:solidFill>
                            <a:srgbClr val="FFFFFF"/>
                          </a:solidFill>
                          <a:effectLst/>
                          <a:latin typeface="Calibri" charset="0"/>
                          <a:ea typeface="ＭＳ Ｐゴシック" charset="0"/>
                          <a:cs typeface="ＭＳ Ｐゴシック" charset="0"/>
                        </a:rPr>
                        <a:t>Smaller</a:t>
                      </a:r>
                      <a:r>
                        <a:rPr kumimoji="0" lang="ja-JP" altLang="en-US" sz="2400" b="1" i="0" u="none" strike="noStrike" cap="none" normalizeH="0" baseline="0">
                          <a:ln>
                            <a:noFill/>
                          </a:ln>
                          <a:solidFill>
                            <a:srgbClr val="FFFFFF"/>
                          </a:solidFill>
                          <a:effectLst/>
                          <a:latin typeface="Calibri" charset="0"/>
                          <a:ea typeface="ＭＳ Ｐゴシック" charset="0"/>
                          <a:cs typeface="ＭＳ Ｐゴシック" charset="0"/>
                        </a:rPr>
                        <a:t>’</a:t>
                      </a:r>
                      <a:r>
                        <a:rPr kumimoji="0" lang="en-US" sz="2400" b="1" i="0" u="none" strike="noStrike" cap="none" normalizeH="0" baseline="0">
                          <a:ln>
                            <a:noFill/>
                          </a:ln>
                          <a:solidFill>
                            <a:srgbClr val="FFFFFF"/>
                          </a:solidFill>
                          <a:effectLst/>
                          <a:latin typeface="Calibri" charset="0"/>
                          <a:ea typeface="ＭＳ Ｐゴシック" charset="0"/>
                          <a:cs typeface="ＭＳ Ｐゴシック" charset="0"/>
                        </a:rPr>
                        <a:t> brands</a:t>
                      </a:r>
                      <a:endParaRPr kumimoji="0" lang="en-US" sz="2400" b="1" i="0" u="none" strike="noStrike" cap="none" normalizeH="0" baseline="0">
                        <a:ln>
                          <a:noFill/>
                        </a:ln>
                        <a:solidFill>
                          <a:schemeClr val="tx1"/>
                        </a:solidFill>
                        <a:effectLst/>
                        <a:latin typeface="Calibri" charset="0"/>
                        <a:ea typeface="ＭＳ Ｐゴシック" charset="0"/>
                        <a:cs typeface="ＭＳ Ｐゴシック" charset="0"/>
                      </a:endParaRPr>
                    </a:p>
                  </a:txBody>
                  <a:tcPr marL="91431" marR="91431" marT="45692" marB="45692" anchor="ctr"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381990">
                <a:tc>
                  <a:txBody>
                    <a:bodyPr/>
                    <a:lstStyle/>
                    <a:p>
                      <a:pPr marL="0" marR="0" lvl="0" indent="0" algn="l" defTabSz="914400" rtl="0" eaLnBrk="1" fontAlgn="base" latinLnBrk="0" hangingPunct="1">
                        <a:lnSpc>
                          <a:spcPct val="80000"/>
                        </a:lnSpc>
                        <a:spcBef>
                          <a:spcPct val="0"/>
                        </a:spcBef>
                        <a:spcAft>
                          <a:spcPts val="1200"/>
                        </a:spcAft>
                        <a:buClrTx/>
                        <a:buSzTx/>
                        <a:buFontTx/>
                        <a:buNone/>
                        <a:tabLst/>
                      </a:pPr>
                      <a:r>
                        <a:rPr kumimoji="0" lang="en-US" sz="2000" b="1" i="0" u="none" strike="noStrike" cap="none" normalizeH="0" baseline="0" dirty="0">
                          <a:ln>
                            <a:noFill/>
                          </a:ln>
                          <a:solidFill>
                            <a:srgbClr val="FF0000"/>
                          </a:solidFill>
                          <a:effectLst/>
                          <a:latin typeface="Calibri" charset="0"/>
                          <a:ea typeface="ＭＳ Ｐゴシック" charset="0"/>
                          <a:cs typeface="ＭＳ Ｐゴシック" charset="0"/>
                        </a:rPr>
                        <a:t>High</a:t>
                      </a: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 market share</a:t>
                      </a:r>
                    </a:p>
                    <a:p>
                      <a:pPr marL="0" marR="0" lvl="0" indent="0" algn="l" defTabSz="914400" rtl="0" eaLnBrk="1" fontAlgn="base" latinLnBrk="0" hangingPunct="1">
                        <a:lnSpc>
                          <a:spcPct val="80000"/>
                        </a:lnSpc>
                        <a:spcBef>
                          <a:spcPct val="0"/>
                        </a:spcBef>
                        <a:spcAft>
                          <a:spcPts val="1200"/>
                        </a:spcAft>
                        <a:buClrTx/>
                        <a:buSzTx/>
                        <a:buFontTx/>
                        <a:buNone/>
                        <a:tabLst/>
                      </a:pPr>
                      <a:r>
                        <a:rPr kumimoji="0" lang="en-US" sz="2000" b="1" i="0" u="none" strike="noStrike" cap="none" normalizeH="0" baseline="0" dirty="0">
                          <a:ln>
                            <a:noFill/>
                          </a:ln>
                          <a:solidFill>
                            <a:srgbClr val="FF0000"/>
                          </a:solidFill>
                          <a:effectLst/>
                          <a:latin typeface="Calibri" charset="0"/>
                          <a:ea typeface="ＭＳ Ｐゴシック" charset="0"/>
                          <a:cs typeface="ＭＳ Ｐゴシック" charset="0"/>
                        </a:rPr>
                        <a:t>High </a:t>
                      </a: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penetration (i.e. more buyers)</a:t>
                      </a:r>
                    </a:p>
                    <a:p>
                      <a:pPr marL="0" marR="0" lvl="0" indent="0" algn="l" defTabSz="914400" rtl="0" eaLnBrk="1" fontAlgn="base" latinLnBrk="0" hangingPunct="1">
                        <a:lnSpc>
                          <a:spcPct val="80000"/>
                        </a:lnSpc>
                        <a:spcBef>
                          <a:spcPct val="0"/>
                        </a:spcBef>
                        <a:spcAft>
                          <a:spcPts val="1200"/>
                        </a:spcAft>
                        <a:buClrTx/>
                        <a:buSzTx/>
                        <a:buFontTx/>
                        <a:buNone/>
                        <a:tabLst/>
                      </a:pPr>
                      <a:r>
                        <a:rPr kumimoji="0" lang="en-US" sz="2000" b="1" i="0" u="none" strike="noStrike" cap="none" normalizeH="0" baseline="0" dirty="0">
                          <a:ln>
                            <a:noFill/>
                          </a:ln>
                          <a:solidFill>
                            <a:srgbClr val="FF0000"/>
                          </a:solidFill>
                          <a:effectLst/>
                          <a:latin typeface="Calibri" charset="0"/>
                          <a:ea typeface="ＭＳ Ｐゴシック" charset="0"/>
                          <a:cs typeface="ＭＳ Ｐゴシック" charset="0"/>
                        </a:rPr>
                        <a:t>Slightly higher loyalty</a:t>
                      </a: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a:t>
                      </a:r>
                    </a:p>
                    <a:p>
                      <a:pPr marL="0" marR="0" lvl="0" indent="0" algn="l" defTabSz="914400" rtl="0" eaLnBrk="1" fontAlgn="base" latinLnBrk="0" hangingPunct="1">
                        <a:lnSpc>
                          <a:spcPct val="80000"/>
                        </a:lnSpc>
                        <a:spcBef>
                          <a:spcPct val="0"/>
                        </a:spcBef>
                        <a:spcAft>
                          <a:spcPts val="1200"/>
                        </a:spcAft>
                        <a:buClrTx/>
                        <a:buSzTx/>
                        <a:buFontTx/>
                        <a:buChar char="•"/>
                        <a:tabLst/>
                      </a:pP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Higher purchase frequency</a:t>
                      </a:r>
                    </a:p>
                    <a:p>
                      <a:pPr marL="0" marR="0" lvl="0" indent="0" algn="l" defTabSz="914400" rtl="0" eaLnBrk="1" fontAlgn="base" latinLnBrk="0" hangingPunct="1">
                        <a:lnSpc>
                          <a:spcPct val="80000"/>
                        </a:lnSpc>
                        <a:spcBef>
                          <a:spcPct val="0"/>
                        </a:spcBef>
                        <a:spcAft>
                          <a:spcPts val="1200"/>
                        </a:spcAft>
                        <a:buClrTx/>
                        <a:buSzTx/>
                        <a:buFontTx/>
                        <a:buChar char="•"/>
                        <a:tabLst/>
                      </a:pP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Higher SCR</a:t>
                      </a:r>
                    </a:p>
                    <a:p>
                      <a:pPr marL="0" marR="0" lvl="0" indent="0" algn="l" defTabSz="914400" rtl="0" eaLnBrk="1" fontAlgn="base" latinLnBrk="0" hangingPunct="1">
                        <a:lnSpc>
                          <a:spcPct val="80000"/>
                        </a:lnSpc>
                        <a:spcBef>
                          <a:spcPct val="0"/>
                        </a:spcBef>
                        <a:spcAft>
                          <a:spcPts val="1200"/>
                        </a:spcAft>
                        <a:buClrTx/>
                        <a:buSzTx/>
                        <a:buFontTx/>
                        <a:buChar char="•"/>
                        <a:tabLst/>
                      </a:pP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Higher % of sole buyers</a:t>
                      </a:r>
                    </a:p>
                  </a:txBody>
                  <a:tcPr marL="91431" marR="91431" marT="45692" marB="45692" anchor="ctr" horzOverflow="overflow">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80000"/>
                        </a:lnSpc>
                        <a:spcBef>
                          <a:spcPct val="0"/>
                        </a:spcBef>
                        <a:spcAft>
                          <a:spcPts val="1200"/>
                        </a:spcAft>
                        <a:buClrTx/>
                        <a:buSzTx/>
                        <a:buFontTx/>
                        <a:buNone/>
                        <a:tabLst/>
                      </a:pPr>
                      <a:r>
                        <a:rPr kumimoji="0" lang="en-US" sz="2000" b="1" i="0" u="none" strike="noStrike" cap="none" normalizeH="0" baseline="0" dirty="0">
                          <a:ln>
                            <a:noFill/>
                          </a:ln>
                          <a:solidFill>
                            <a:srgbClr val="FF0000"/>
                          </a:solidFill>
                          <a:effectLst/>
                          <a:latin typeface="Calibri" charset="0"/>
                          <a:ea typeface="ＭＳ Ｐゴシック" charset="0"/>
                          <a:cs typeface="ＭＳ Ｐゴシック" charset="0"/>
                        </a:rPr>
                        <a:t>Low</a:t>
                      </a: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 market share</a:t>
                      </a:r>
                    </a:p>
                    <a:p>
                      <a:pPr marL="0" marR="0" lvl="0" indent="0" algn="l" defTabSz="914400" rtl="0" eaLnBrk="1" fontAlgn="base" latinLnBrk="0" hangingPunct="1">
                        <a:lnSpc>
                          <a:spcPct val="80000"/>
                        </a:lnSpc>
                        <a:spcBef>
                          <a:spcPct val="0"/>
                        </a:spcBef>
                        <a:spcAft>
                          <a:spcPts val="1200"/>
                        </a:spcAft>
                        <a:buClrTx/>
                        <a:buSzTx/>
                        <a:buFontTx/>
                        <a:buNone/>
                        <a:tabLst/>
                      </a:pPr>
                      <a:r>
                        <a:rPr kumimoji="0" lang="en-US" sz="2000" b="1" i="0" u="none" strike="noStrike" cap="none" normalizeH="0" baseline="0" dirty="0">
                          <a:ln>
                            <a:noFill/>
                          </a:ln>
                          <a:solidFill>
                            <a:srgbClr val="FF0000"/>
                          </a:solidFill>
                          <a:effectLst/>
                          <a:latin typeface="Calibri" charset="0"/>
                          <a:ea typeface="ＭＳ Ｐゴシック" charset="0"/>
                          <a:cs typeface="ＭＳ Ｐゴシック" charset="0"/>
                        </a:rPr>
                        <a:t>Low </a:t>
                      </a: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penetration (i.e. fewer buyers)</a:t>
                      </a:r>
                    </a:p>
                    <a:p>
                      <a:pPr marL="0" marR="0" lvl="0" indent="0" algn="l" defTabSz="914400" rtl="0" eaLnBrk="1" fontAlgn="base" latinLnBrk="0" hangingPunct="1">
                        <a:lnSpc>
                          <a:spcPct val="80000"/>
                        </a:lnSpc>
                        <a:spcBef>
                          <a:spcPct val="0"/>
                        </a:spcBef>
                        <a:spcAft>
                          <a:spcPts val="1200"/>
                        </a:spcAft>
                        <a:buClrTx/>
                        <a:buSzTx/>
                        <a:buFontTx/>
                        <a:buNone/>
                        <a:tabLst/>
                      </a:pPr>
                      <a:r>
                        <a:rPr kumimoji="0" lang="en-US" sz="2000" b="1" i="0" u="none" strike="noStrike" cap="none" normalizeH="0" baseline="0" dirty="0">
                          <a:ln>
                            <a:noFill/>
                          </a:ln>
                          <a:solidFill>
                            <a:srgbClr val="FF0000"/>
                          </a:solidFill>
                          <a:effectLst/>
                          <a:latin typeface="Calibri" charset="0"/>
                          <a:ea typeface="ＭＳ Ｐゴシック" charset="0"/>
                          <a:cs typeface="ＭＳ Ｐゴシック" charset="0"/>
                        </a:rPr>
                        <a:t>Slightly lower loyalty</a:t>
                      </a: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a:t>
                      </a:r>
                    </a:p>
                    <a:p>
                      <a:pPr marL="0" marR="0" lvl="0" indent="0" algn="l" defTabSz="914400" rtl="0" eaLnBrk="1" fontAlgn="base" latinLnBrk="0" hangingPunct="1">
                        <a:lnSpc>
                          <a:spcPct val="80000"/>
                        </a:lnSpc>
                        <a:spcBef>
                          <a:spcPct val="0"/>
                        </a:spcBef>
                        <a:spcAft>
                          <a:spcPts val="1200"/>
                        </a:spcAft>
                        <a:buClrTx/>
                        <a:buSzTx/>
                        <a:buFontTx/>
                        <a:buChar char="•"/>
                        <a:tabLst/>
                      </a:pP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Lower purchase frequency</a:t>
                      </a:r>
                    </a:p>
                    <a:p>
                      <a:pPr marL="0" marR="0" lvl="0" indent="0" algn="l" defTabSz="914400" rtl="0" eaLnBrk="1" fontAlgn="base" latinLnBrk="0" hangingPunct="1">
                        <a:lnSpc>
                          <a:spcPct val="80000"/>
                        </a:lnSpc>
                        <a:spcBef>
                          <a:spcPct val="0"/>
                        </a:spcBef>
                        <a:spcAft>
                          <a:spcPts val="1200"/>
                        </a:spcAft>
                        <a:buClrTx/>
                        <a:buSzTx/>
                        <a:buFontTx/>
                        <a:buChar char="•"/>
                        <a:tabLst/>
                      </a:pP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Lower SCR</a:t>
                      </a:r>
                    </a:p>
                    <a:p>
                      <a:pPr marL="0" marR="0" lvl="0" indent="0" algn="l" defTabSz="914400" rtl="0" eaLnBrk="1" fontAlgn="base" latinLnBrk="0" hangingPunct="1">
                        <a:lnSpc>
                          <a:spcPct val="80000"/>
                        </a:lnSpc>
                        <a:spcBef>
                          <a:spcPct val="0"/>
                        </a:spcBef>
                        <a:spcAft>
                          <a:spcPts val="1200"/>
                        </a:spcAft>
                        <a:buClrTx/>
                        <a:buSzTx/>
                        <a:buFontTx/>
                        <a:buChar char="•"/>
                        <a:tabLst/>
                      </a:pPr>
                      <a:r>
                        <a:rPr kumimoji="0" lang="en-US" sz="2000" b="0" i="0" u="none" strike="noStrike" cap="none" normalizeH="0" baseline="0" dirty="0">
                          <a:ln>
                            <a:noFill/>
                          </a:ln>
                          <a:solidFill>
                            <a:srgbClr val="000000"/>
                          </a:solidFill>
                          <a:effectLst/>
                          <a:latin typeface="Calibri" charset="0"/>
                          <a:ea typeface="ＭＳ Ｐゴシック" charset="0"/>
                          <a:cs typeface="ＭＳ Ｐゴシック" charset="0"/>
                        </a:rPr>
                        <a:t>Lower % of sole buyers</a:t>
                      </a:r>
                      <a:endParaRPr kumimoji="0" lang="en-US" sz="2000" b="0" i="0" u="none" strike="noStrike" cap="none" normalizeH="0" baseline="0" dirty="0">
                        <a:ln>
                          <a:noFill/>
                        </a:ln>
                        <a:solidFill>
                          <a:schemeClr val="tx1"/>
                        </a:solidFill>
                        <a:effectLst/>
                        <a:latin typeface="Calibri" charset="0"/>
                        <a:ea typeface="ＭＳ Ｐゴシック" charset="0"/>
                        <a:cs typeface="ＭＳ Ｐゴシック" charset="0"/>
                      </a:endParaRPr>
                    </a:p>
                  </a:txBody>
                  <a:tcPr marL="91431" marR="91431" marT="45692" marB="45692" anchor="ctr" horzOverflow="overflow">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7343277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425158"/>
      </p:ext>
    </p:extLst>
  </p:cSld>
  <p:clrMapOvr>
    <a:masterClrMapping/>
  </p:clrMapOvr>
  <p:transition/>
</p:sld>
</file>

<file path=ppt/theme/theme1.xml><?xml version="1.0" encoding="utf-8"?>
<a:theme xmlns:a="http://schemas.openxmlformats.org/drawingml/2006/main" name="AU Content Slides – Light">
  <a:themeElements>
    <a:clrScheme name="AU Working">
      <a:dk1>
        <a:srgbClr val="140F50"/>
      </a:dk1>
      <a:lt1>
        <a:srgbClr val="FFFFFF"/>
      </a:lt1>
      <a:dk2>
        <a:srgbClr val="1448FF"/>
      </a:dk2>
      <a:lt2>
        <a:srgbClr val="F8EFE0"/>
      </a:lt2>
      <a:accent1>
        <a:srgbClr val="836BFF"/>
      </a:accent1>
      <a:accent2>
        <a:srgbClr val="3B67FF"/>
      </a:accent2>
      <a:accent3>
        <a:srgbClr val="284150"/>
      </a:accent3>
      <a:accent4>
        <a:srgbClr val="000000"/>
      </a:accent4>
      <a:accent5>
        <a:srgbClr val="DAEDEF"/>
      </a:accent5>
      <a:accent6>
        <a:srgbClr val="FFFFFF"/>
      </a:accent6>
      <a:hlink>
        <a:srgbClr val="7FC7DF"/>
      </a:hlink>
      <a:folHlink>
        <a:srgbClr val="D8C28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50000"/>
          </a:schemeClr>
        </a:solidFill>
        <a:ln w="9525"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dirty="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FutureUni-ppt-v3-unisafirst" id="{0909A0E1-65ED-AB4D-A92D-8D3B4BFBABA5}" vid="{3FB9D24C-E0CF-D645-8833-E63CD4B64D83}"/>
    </a:ext>
  </a:extLst>
</a:theme>
</file>

<file path=ppt/theme/theme2.xml><?xml version="1.0" encoding="utf-8"?>
<a:theme xmlns:a="http://schemas.openxmlformats.org/drawingml/2006/main" name="AU Content Slides – Dark">
  <a:themeElements>
    <a:clrScheme name="AU Working">
      <a:dk1>
        <a:srgbClr val="140F50"/>
      </a:dk1>
      <a:lt1>
        <a:srgbClr val="FFFFFF"/>
      </a:lt1>
      <a:dk2>
        <a:srgbClr val="1448FF"/>
      </a:dk2>
      <a:lt2>
        <a:srgbClr val="F8EFE0"/>
      </a:lt2>
      <a:accent1>
        <a:srgbClr val="836BFF"/>
      </a:accent1>
      <a:accent2>
        <a:srgbClr val="3B67FF"/>
      </a:accent2>
      <a:accent3>
        <a:srgbClr val="284150"/>
      </a:accent3>
      <a:accent4>
        <a:srgbClr val="000000"/>
      </a:accent4>
      <a:accent5>
        <a:srgbClr val="DAEDEF"/>
      </a:accent5>
      <a:accent6>
        <a:srgbClr val="FFFFFF"/>
      </a:accent6>
      <a:hlink>
        <a:srgbClr val="7FC7DF"/>
      </a:hlink>
      <a:folHlink>
        <a:srgbClr val="D8C28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50000"/>
          </a:schemeClr>
        </a:solidFill>
        <a:ln w="9525"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dirty="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FutureUni-ppt-v3-unisafirst" id="{0909A0E1-65ED-AB4D-A92D-8D3B4BFBABA5}" vid="{3FB9D24C-E0CF-D645-8833-E63CD4B64D83}"/>
    </a:ext>
  </a:extLst>
</a:theme>
</file>

<file path=ppt/theme/theme3.xml><?xml version="1.0" encoding="utf-8"?>
<a:theme xmlns:a="http://schemas.openxmlformats.org/drawingml/2006/main" name="AU Cover Slides - Light">
  <a:themeElements>
    <a:clrScheme name="AU Working v2">
      <a:dk1>
        <a:srgbClr val="140F50"/>
      </a:dk1>
      <a:lt1>
        <a:srgbClr val="FFFFFF"/>
      </a:lt1>
      <a:dk2>
        <a:srgbClr val="1448FF"/>
      </a:dk2>
      <a:lt2>
        <a:srgbClr val="F8EFE0"/>
      </a:lt2>
      <a:accent1>
        <a:srgbClr val="836BFF"/>
      </a:accent1>
      <a:accent2>
        <a:srgbClr val="3B67FF"/>
      </a:accent2>
      <a:accent3>
        <a:srgbClr val="9883FF"/>
      </a:accent3>
      <a:accent4>
        <a:srgbClr val="C1B5FF"/>
      </a:accent4>
      <a:accent5>
        <a:srgbClr val="8AA3FF"/>
      </a:accent5>
      <a:accent6>
        <a:srgbClr val="D0DAFF"/>
      </a:accent6>
      <a:hlink>
        <a:srgbClr val="113CD5"/>
      </a:hlink>
      <a:folHlink>
        <a:srgbClr val="3B67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Cover Slides - Dark">
  <a:themeElements>
    <a:clrScheme name="Custom 2">
      <a:dk1>
        <a:srgbClr val="140F50"/>
      </a:dk1>
      <a:lt1>
        <a:srgbClr val="FFFFFF"/>
      </a:lt1>
      <a:dk2>
        <a:srgbClr val="1448FF"/>
      </a:dk2>
      <a:lt2>
        <a:srgbClr val="F8EFE0"/>
      </a:lt2>
      <a:accent1>
        <a:srgbClr val="836BFF"/>
      </a:accent1>
      <a:accent2>
        <a:srgbClr val="3B67FF"/>
      </a:accent2>
      <a:accent3>
        <a:srgbClr val="284150"/>
      </a:accent3>
      <a:accent4>
        <a:srgbClr val="000000"/>
      </a:accent4>
      <a:accent5>
        <a:srgbClr val="DAEDEF"/>
      </a:accent5>
      <a:accent6>
        <a:srgbClr val="FFFFFF"/>
      </a:accent6>
      <a:hlink>
        <a:srgbClr val="7FC7DF"/>
      </a:hlink>
      <a:folHlink>
        <a:srgbClr val="D8C28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c561f18-24e2-4304-b547-24274ab45790">
      <Terms xmlns="http://schemas.microsoft.com/office/infopath/2007/PartnerControls"/>
    </lcf76f155ced4ddcb4097134ff3c332f>
    <TaxCatchAll xmlns="7bf5d640-ba26-46f9-8024-69a28b53b42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F7774BBDBC2A4499841DCDF355B72A7" ma:contentTypeVersion="12" ma:contentTypeDescription="Create a new document." ma:contentTypeScope="" ma:versionID="d564a3f682f9bf895ee56085ed790e14">
  <xsd:schema xmlns:xsd="http://www.w3.org/2001/XMLSchema" xmlns:xs="http://www.w3.org/2001/XMLSchema" xmlns:p="http://schemas.microsoft.com/office/2006/metadata/properties" xmlns:ns2="4c561f18-24e2-4304-b547-24274ab45790" xmlns:ns3="7bf5d640-ba26-46f9-8024-69a28b53b42d" targetNamespace="http://schemas.microsoft.com/office/2006/metadata/properties" ma:root="true" ma:fieldsID="53e051702aed9e1a600ba1139a54346c" ns2:_="" ns3:_="">
    <xsd:import namespace="4c561f18-24e2-4304-b547-24274ab45790"/>
    <xsd:import namespace="7bf5d640-ba26-46f9-8024-69a28b53b4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561f18-24e2-4304-b547-24274ab457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7c634a6-047e-483d-88d5-be468d6f433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bf5d640-ba26-46f9-8024-69a28b53b42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cc35d2-c5ac-4be0-85ed-728b08b9b0d0}" ma:internalName="TaxCatchAll" ma:showField="CatchAllData" ma:web="7bf5d640-ba26-46f9-8024-69a28b53b4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7E2344-784A-409B-85B7-EAA575FD6CAC}">
  <ds:schemaRefs>
    <ds:schemaRef ds:uri="e4f23a1b-aba6-4e9c-b2be-c11829e90dbd"/>
    <ds:schemaRef ds:uri="http://schemas.microsoft.com/office/2006/metadata/properties"/>
    <ds:schemaRef ds:uri="http://purl.org/dc/dcmitype/"/>
    <ds:schemaRef ds:uri="http://purl.org/dc/term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6f03e37c-8fff-4e67-b60e-6a2ab345b27c"/>
    <ds:schemaRef ds:uri="http://purl.org/dc/elements/1.1/"/>
    <ds:schemaRef ds:uri="7cd844e0-9f6d-4dc4-85de-01a81d38b637"/>
    <ds:schemaRef ds:uri="cfb6e49e-4c37-4c55-b95b-8dc632fde834"/>
    <ds:schemaRef ds:uri="4c561f18-24e2-4304-b547-24274ab45790"/>
    <ds:schemaRef ds:uri="7bf5d640-ba26-46f9-8024-69a28b53b42d"/>
  </ds:schemaRefs>
</ds:datastoreItem>
</file>

<file path=customXml/itemProps2.xml><?xml version="1.0" encoding="utf-8"?>
<ds:datastoreItem xmlns:ds="http://schemas.openxmlformats.org/officeDocument/2006/customXml" ds:itemID="{30011804-D555-4DB4-9A94-73C332BD3EA6}">
  <ds:schemaRefs>
    <ds:schemaRef ds:uri="http://schemas.microsoft.com/sharepoint/v3/contenttype/forms"/>
  </ds:schemaRefs>
</ds:datastoreItem>
</file>

<file path=customXml/itemProps3.xml><?xml version="1.0" encoding="utf-8"?>
<ds:datastoreItem xmlns:ds="http://schemas.openxmlformats.org/officeDocument/2006/customXml" ds:itemID="{F05DB209-CBDF-43CF-983A-ADB079EB1F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561f18-24e2-4304-b547-24274ab45790"/>
    <ds:schemaRef ds:uri="7bf5d640-ba26-46f9-8024-69a28b53b4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2800</TotalTime>
  <Words>427</Words>
  <Application>Microsoft Macintosh PowerPoint</Application>
  <PresentationFormat>On-screen Show (16:9)</PresentationFormat>
  <Paragraphs>79</Paragraphs>
  <Slides>10</Slides>
  <Notes>7</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10</vt:i4>
      </vt:variant>
    </vt:vector>
  </HeadingPairs>
  <TitlesOfParts>
    <vt:vector size="22" baseType="lpstr">
      <vt:lpstr>Arial</vt:lpstr>
      <vt:lpstr>Calibri</vt:lpstr>
      <vt:lpstr>Franklin Gothic Demi Cond</vt:lpstr>
      <vt:lpstr>Franklin Gothic Medium Cond</vt:lpstr>
      <vt:lpstr>Georgia</vt:lpstr>
      <vt:lpstr>National 2 Condensed</vt:lpstr>
      <vt:lpstr>National 2 Condensed Medium</vt:lpstr>
      <vt:lpstr>Roboto Serif 20pt</vt:lpstr>
      <vt:lpstr>AU Content Slides – Light</vt:lpstr>
      <vt:lpstr>AU Content Slides – Dark</vt:lpstr>
      <vt:lpstr>AU Cover Slides - Light</vt:lpstr>
      <vt:lpstr>Cover Slides - Dark</vt:lpstr>
      <vt:lpstr>Brand Performance Measures</vt:lpstr>
      <vt:lpstr>Acknowledgement of Country  </vt:lpstr>
      <vt:lpstr>Examples of Market Analysis Tasks  </vt:lpstr>
      <vt:lpstr>Juicy</vt:lpstr>
      <vt:lpstr>Shopper vs. Buyer </vt:lpstr>
      <vt:lpstr>Brand Size Measures </vt:lpstr>
      <vt:lpstr>Loyalty Measures </vt:lpstr>
      <vt:lpstr>Double Jeopardy (DJ) Pattern </vt:lpstr>
      <vt:lpstr>Double Jeopardy (DJ) Pattern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About Adelaide University </dc:title>
  <dc:creator>Camille Trepa</dc:creator>
  <cp:lastModifiedBy>Giang Trinh</cp:lastModifiedBy>
  <cp:revision>333</cp:revision>
  <cp:lastPrinted>2011-11-18T03:36:14Z</cp:lastPrinted>
  <dcterms:created xsi:type="dcterms:W3CDTF">2024-06-05T01:45:42Z</dcterms:created>
  <dcterms:modified xsi:type="dcterms:W3CDTF">2024-11-25T06:12:23Z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0x0101001F7774BBDBC2A4499841DCDF355B72A7</vt:lpwstr>
  </property>
  <property fmtid="{D5CDD505-2E9C-101B-9397-08002B2CF9AE}" pid="3" name="MSIP_Label_ea60d57e-af5b-4752-ac57-3e4f28ca11dc_Enabled">
    <vt:lpwstr>true</vt:lpwstr>
  </property>
  <property fmtid="{D5CDD505-2E9C-101B-9397-08002B2CF9AE}" pid="4" name="MSIP_Label_ea60d57e-af5b-4752-ac57-3e4f28ca11dc_SetDate">
    <vt:lpwstr>2023-12-11T23:57:33Z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9d960d3e-eac6-4a65-b196-bc93f9e23fbe</vt:lpwstr>
  </property>
  <property fmtid="{D5CDD505-2E9C-101B-9397-08002B2CF9AE}" pid="9" name="MSIP_Label_ea60d57e-af5b-4752-ac57-3e4f28ca11dc_ContentBits">
    <vt:lpwstr>0</vt:lpwstr>
  </property>
  <property fmtid="{D5CDD505-2E9C-101B-9397-08002B2CF9AE}" pid="10" name="MediaServiceImageTags">
    <vt:lpwstr/>
  </property>
</Properties>
</file>